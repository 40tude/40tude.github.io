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341" r:id="rId2"/>
    <p:sldId id="342" r:id="rId3"/>
    <p:sldId id="286" r:id="rId4"/>
    <p:sldId id="339" r:id="rId5"/>
    <p:sldId id="344" r:id="rId6"/>
    <p:sldId id="340" r:id="rId7"/>
    <p:sldId id="345"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3580"/>
    <a:srgbClr val="2E6D8E"/>
    <a:srgbClr val="FDE724"/>
    <a:srgbClr val="440154"/>
    <a:srgbClr val="70AD47"/>
    <a:srgbClr val="C00000"/>
    <a:srgbClr val="181818"/>
    <a:srgbClr val="E7CDE5"/>
    <a:srgbClr val="81BB96"/>
    <a:srgbClr val="CDDA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A78AF1-43FB-43C9-91F9-9695004BC752}" v="81" dt="2025-12-17T17:43:41.84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27" autoAdjust="0"/>
    <p:restoredTop sz="88794" autoAdjust="0"/>
  </p:normalViewPr>
  <p:slideViewPr>
    <p:cSldViewPr snapToGrid="0">
      <p:cViewPr varScale="1">
        <p:scale>
          <a:sx n="105" d="100"/>
          <a:sy n="105" d="100"/>
        </p:scale>
        <p:origin x="96" y="744"/>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ilippe Baucour" userId="5102170ae7533958" providerId="LiveId" clId="{C4634EC1-E8DC-4FAE-B843-C9AE3C4956A0}"/>
    <pc:docChg chg="undo custSel addSld delSld modSld sldOrd">
      <pc:chgData name="Philippe Baucour" userId="5102170ae7533958" providerId="LiveId" clId="{C4634EC1-E8DC-4FAE-B843-C9AE3C4956A0}" dt="2025-12-17T17:44:53.410" v="7288" actId="478"/>
      <pc:docMkLst>
        <pc:docMk/>
      </pc:docMkLst>
      <pc:sldChg chg="modSp mod modNotesTx">
        <pc:chgData name="Philippe Baucour" userId="5102170ae7533958" providerId="LiveId" clId="{C4634EC1-E8DC-4FAE-B843-C9AE3C4956A0}" dt="2025-12-14T14:03:57.153" v="4650" actId="790"/>
        <pc:sldMkLst>
          <pc:docMk/>
          <pc:sldMk cId="4079956193" sldId="286"/>
        </pc:sldMkLst>
        <pc:spChg chg="mod">
          <ac:chgData name="Philippe Baucour" userId="5102170ae7533958" providerId="LiveId" clId="{C4634EC1-E8DC-4FAE-B843-C9AE3C4956A0}" dt="2025-12-12T17:26:01.357" v="3301" actId="790"/>
          <ac:spMkLst>
            <pc:docMk/>
            <pc:sldMk cId="4079956193" sldId="286"/>
            <ac:spMk id="2" creationId="{01550143-BB45-DECE-8CD5-D2EAB39AC9C3}"/>
          </ac:spMkLst>
        </pc:spChg>
        <pc:spChg chg="mod">
          <ac:chgData name="Philippe Baucour" userId="5102170ae7533958" providerId="LiveId" clId="{C4634EC1-E8DC-4FAE-B843-C9AE3C4956A0}" dt="2025-12-14T14:03:57.153" v="4650" actId="790"/>
          <ac:spMkLst>
            <pc:docMk/>
            <pc:sldMk cId="4079956193" sldId="286"/>
            <ac:spMk id="3" creationId="{50F452AD-BB6D-A971-A6ED-43CD09F7AB2B}"/>
          </ac:spMkLst>
        </pc:spChg>
        <pc:spChg chg="mod">
          <ac:chgData name="Philippe Baucour" userId="5102170ae7533958" providerId="LiveId" clId="{C4634EC1-E8DC-4FAE-B843-C9AE3C4956A0}" dt="2025-12-14T14:03:57.153" v="4650" actId="790"/>
          <ac:spMkLst>
            <pc:docMk/>
            <pc:sldMk cId="4079956193" sldId="286"/>
            <ac:spMk id="4" creationId="{0DCB7778-990E-4328-3E8E-079EAA3D8F0A}"/>
          </ac:spMkLst>
        </pc:spChg>
        <pc:spChg chg="mod">
          <ac:chgData name="Philippe Baucour" userId="5102170ae7533958" providerId="LiveId" clId="{C4634EC1-E8DC-4FAE-B843-C9AE3C4956A0}" dt="2025-12-14T14:03:57.153" v="4650" actId="790"/>
          <ac:spMkLst>
            <pc:docMk/>
            <pc:sldMk cId="4079956193" sldId="286"/>
            <ac:spMk id="6" creationId="{5DD7DE6D-88EC-2904-60AB-4124639D63A0}"/>
          </ac:spMkLst>
        </pc:spChg>
        <pc:spChg chg="mod">
          <ac:chgData name="Philippe Baucour" userId="5102170ae7533958" providerId="LiveId" clId="{C4634EC1-E8DC-4FAE-B843-C9AE3C4956A0}" dt="2025-12-14T14:03:57.153" v="4650" actId="790"/>
          <ac:spMkLst>
            <pc:docMk/>
            <pc:sldMk cId="4079956193" sldId="286"/>
            <ac:spMk id="7" creationId="{49879E25-6878-2BEB-C1CD-C497153BA9D2}"/>
          </ac:spMkLst>
        </pc:spChg>
        <pc:spChg chg="mod">
          <ac:chgData name="Philippe Baucour" userId="5102170ae7533958" providerId="LiveId" clId="{C4634EC1-E8DC-4FAE-B843-C9AE3C4956A0}" dt="2025-12-14T14:03:57.153" v="4650" actId="790"/>
          <ac:spMkLst>
            <pc:docMk/>
            <pc:sldMk cId="4079956193" sldId="286"/>
            <ac:spMk id="8" creationId="{2B3DC166-246A-0EA1-3D76-C39162AA475B}"/>
          </ac:spMkLst>
        </pc:spChg>
        <pc:spChg chg="mod">
          <ac:chgData name="Philippe Baucour" userId="5102170ae7533958" providerId="LiveId" clId="{C4634EC1-E8DC-4FAE-B843-C9AE3C4956A0}" dt="2025-12-14T14:03:57.153" v="4650" actId="790"/>
          <ac:spMkLst>
            <pc:docMk/>
            <pc:sldMk cId="4079956193" sldId="286"/>
            <ac:spMk id="9" creationId="{6ECCAAEB-A845-6374-EC5E-3314A8807644}"/>
          </ac:spMkLst>
        </pc:spChg>
        <pc:spChg chg="mod">
          <ac:chgData name="Philippe Baucour" userId="5102170ae7533958" providerId="LiveId" clId="{C4634EC1-E8DC-4FAE-B843-C9AE3C4956A0}" dt="2025-12-12T17:26:01.357" v="3301" actId="790"/>
          <ac:spMkLst>
            <pc:docMk/>
            <pc:sldMk cId="4079956193" sldId="286"/>
            <ac:spMk id="10" creationId="{3F088FB5-2E18-ED3C-7463-994EA167060C}"/>
          </ac:spMkLst>
        </pc:spChg>
        <pc:spChg chg="mod">
          <ac:chgData name="Philippe Baucour" userId="5102170ae7533958" providerId="LiveId" clId="{C4634EC1-E8DC-4FAE-B843-C9AE3C4956A0}" dt="2025-12-14T14:03:57.153" v="4650" actId="790"/>
          <ac:spMkLst>
            <pc:docMk/>
            <pc:sldMk cId="4079956193" sldId="286"/>
            <ac:spMk id="12" creationId="{620BC2E6-F7F1-762D-A243-2656FBC57365}"/>
          </ac:spMkLst>
        </pc:spChg>
        <pc:spChg chg="mod">
          <ac:chgData name="Philippe Baucour" userId="5102170ae7533958" providerId="LiveId" clId="{C4634EC1-E8DC-4FAE-B843-C9AE3C4956A0}" dt="2025-12-14T14:03:57.153" v="4650" actId="790"/>
          <ac:spMkLst>
            <pc:docMk/>
            <pc:sldMk cId="4079956193" sldId="286"/>
            <ac:spMk id="14" creationId="{5422BA34-6F23-5D64-E2F0-F006A3D44F3C}"/>
          </ac:spMkLst>
        </pc:spChg>
        <pc:spChg chg="mod">
          <ac:chgData name="Philippe Baucour" userId="5102170ae7533958" providerId="LiveId" clId="{C4634EC1-E8DC-4FAE-B843-C9AE3C4956A0}" dt="2025-12-14T14:03:57.153" v="4650" actId="790"/>
          <ac:spMkLst>
            <pc:docMk/>
            <pc:sldMk cId="4079956193" sldId="286"/>
            <ac:spMk id="16" creationId="{4DF975F5-2407-35C6-2EB3-6E1E4231DD1B}"/>
          </ac:spMkLst>
        </pc:spChg>
        <pc:spChg chg="mod">
          <ac:chgData name="Philippe Baucour" userId="5102170ae7533958" providerId="LiveId" clId="{C4634EC1-E8DC-4FAE-B843-C9AE3C4956A0}" dt="2025-12-14T14:03:57.153" v="4650" actId="790"/>
          <ac:spMkLst>
            <pc:docMk/>
            <pc:sldMk cId="4079956193" sldId="286"/>
            <ac:spMk id="18" creationId="{D08D3D04-AEA4-9246-D67D-77A84139705E}"/>
          </ac:spMkLst>
        </pc:spChg>
      </pc:sldChg>
      <pc:sldChg chg="modSp mod">
        <pc:chgData name="Philippe Baucour" userId="5102170ae7533958" providerId="LiveId" clId="{C4634EC1-E8DC-4FAE-B843-C9AE3C4956A0}" dt="2025-12-14T14:03:57.153" v="4650" actId="790"/>
        <pc:sldMkLst>
          <pc:docMk/>
          <pc:sldMk cId="2230592114" sldId="339"/>
        </pc:sldMkLst>
        <pc:spChg chg="mod">
          <ac:chgData name="Philippe Baucour" userId="5102170ae7533958" providerId="LiveId" clId="{C4634EC1-E8DC-4FAE-B843-C9AE3C4956A0}" dt="2025-12-14T14:03:57.153" v="4650" actId="790"/>
          <ac:spMkLst>
            <pc:docMk/>
            <pc:sldMk cId="2230592114" sldId="339"/>
            <ac:spMk id="2" creationId="{701B4A16-A2A1-2F2F-63C0-6F6C3B64C517}"/>
          </ac:spMkLst>
        </pc:spChg>
        <pc:spChg chg="mod">
          <ac:chgData name="Philippe Baucour" userId="5102170ae7533958" providerId="LiveId" clId="{C4634EC1-E8DC-4FAE-B843-C9AE3C4956A0}" dt="2025-12-14T14:03:57.153" v="4650" actId="790"/>
          <ac:spMkLst>
            <pc:docMk/>
            <pc:sldMk cId="2230592114" sldId="339"/>
            <ac:spMk id="3" creationId="{D94B0FC2-F0EE-F9BB-44B8-F9E2D80018F8}"/>
          </ac:spMkLst>
        </pc:spChg>
        <pc:spChg chg="mod">
          <ac:chgData name="Philippe Baucour" userId="5102170ae7533958" providerId="LiveId" clId="{C4634EC1-E8DC-4FAE-B843-C9AE3C4956A0}" dt="2025-12-14T14:03:57.153" v="4650" actId="790"/>
          <ac:spMkLst>
            <pc:docMk/>
            <pc:sldMk cId="2230592114" sldId="339"/>
            <ac:spMk id="6" creationId="{ED583121-A5BA-17E2-6CFA-CB0F9A732A7F}"/>
          </ac:spMkLst>
        </pc:spChg>
        <pc:spChg chg="mod">
          <ac:chgData name="Philippe Baucour" userId="5102170ae7533958" providerId="LiveId" clId="{C4634EC1-E8DC-4FAE-B843-C9AE3C4956A0}" dt="2025-12-14T14:03:57.153" v="4650" actId="790"/>
          <ac:spMkLst>
            <pc:docMk/>
            <pc:sldMk cId="2230592114" sldId="339"/>
            <ac:spMk id="9" creationId="{48253C7B-9CE2-8DFE-6ECD-25CF48E450C9}"/>
          </ac:spMkLst>
        </pc:spChg>
      </pc:sldChg>
      <pc:sldChg chg="modSp mod">
        <pc:chgData name="Philippe Baucour" userId="5102170ae7533958" providerId="LiveId" clId="{C4634EC1-E8DC-4FAE-B843-C9AE3C4956A0}" dt="2025-12-14T14:10:35.172" v="4740" actId="1038"/>
        <pc:sldMkLst>
          <pc:docMk/>
          <pc:sldMk cId="3335315101" sldId="340"/>
        </pc:sldMkLst>
        <pc:spChg chg="mod">
          <ac:chgData name="Philippe Baucour" userId="5102170ae7533958" providerId="LiveId" clId="{C4634EC1-E8DC-4FAE-B843-C9AE3C4956A0}" dt="2025-12-14T14:03:57.153" v="4650" actId="790"/>
          <ac:spMkLst>
            <pc:docMk/>
            <pc:sldMk cId="3335315101" sldId="340"/>
            <ac:spMk id="18" creationId="{01B10EAD-C09E-B881-BEDB-3DD810FF4954}"/>
          </ac:spMkLst>
        </pc:spChg>
        <pc:spChg chg="mod">
          <ac:chgData name="Philippe Baucour" userId="5102170ae7533958" providerId="LiveId" clId="{C4634EC1-E8DC-4FAE-B843-C9AE3C4956A0}" dt="2025-12-14T14:03:57.153" v="4650" actId="790"/>
          <ac:spMkLst>
            <pc:docMk/>
            <pc:sldMk cId="3335315101" sldId="340"/>
            <ac:spMk id="34" creationId="{26A18C5F-387B-46A8-83E2-944E96F716BA}"/>
          </ac:spMkLst>
        </pc:spChg>
        <pc:spChg chg="mod">
          <ac:chgData name="Philippe Baucour" userId="5102170ae7533958" providerId="LiveId" clId="{C4634EC1-E8DC-4FAE-B843-C9AE3C4956A0}" dt="2025-12-14T14:03:57.153" v="4650" actId="790"/>
          <ac:spMkLst>
            <pc:docMk/>
            <pc:sldMk cId="3335315101" sldId="340"/>
            <ac:spMk id="35" creationId="{1AE20C5B-90E6-C257-0DC5-A95AB0846E02}"/>
          </ac:spMkLst>
        </pc:spChg>
        <pc:spChg chg="mod">
          <ac:chgData name="Philippe Baucour" userId="5102170ae7533958" providerId="LiveId" clId="{C4634EC1-E8DC-4FAE-B843-C9AE3C4956A0}" dt="2025-12-14T14:10:35.172" v="4740" actId="1038"/>
          <ac:spMkLst>
            <pc:docMk/>
            <pc:sldMk cId="3335315101" sldId="340"/>
            <ac:spMk id="39" creationId="{220B0871-E107-F681-8685-371A5F2CE4E7}"/>
          </ac:spMkLst>
        </pc:spChg>
        <pc:spChg chg="mod">
          <ac:chgData name="Philippe Baucour" userId="5102170ae7533958" providerId="LiveId" clId="{C4634EC1-E8DC-4FAE-B843-C9AE3C4956A0}" dt="2025-12-14T14:10:21.862" v="4723" actId="1038"/>
          <ac:spMkLst>
            <pc:docMk/>
            <pc:sldMk cId="3335315101" sldId="340"/>
            <ac:spMk id="40" creationId="{041C9039-3518-D41E-53A2-B2F4C1D3262C}"/>
          </ac:spMkLst>
        </pc:spChg>
        <pc:spChg chg="mod">
          <ac:chgData name="Philippe Baucour" userId="5102170ae7533958" providerId="LiveId" clId="{C4634EC1-E8DC-4FAE-B843-C9AE3C4956A0}" dt="2025-12-14T14:04:45.939" v="4690" actId="6549"/>
          <ac:spMkLst>
            <pc:docMk/>
            <pc:sldMk cId="3335315101" sldId="340"/>
            <ac:spMk id="41" creationId="{CEFAE990-4DFB-6BB5-C6BA-2DCCC39A3996}"/>
          </ac:spMkLst>
        </pc:spChg>
        <pc:spChg chg="mod">
          <ac:chgData name="Philippe Baucour" userId="5102170ae7533958" providerId="LiveId" clId="{C4634EC1-E8DC-4FAE-B843-C9AE3C4956A0}" dt="2025-12-14T14:03:57.153" v="4650" actId="790"/>
          <ac:spMkLst>
            <pc:docMk/>
            <pc:sldMk cId="3335315101" sldId="340"/>
            <ac:spMk id="49" creationId="{39D32D7F-EE8F-CF15-E611-FAA5FC43D385}"/>
          </ac:spMkLst>
        </pc:spChg>
        <pc:spChg chg="mod">
          <ac:chgData name="Philippe Baucour" userId="5102170ae7533958" providerId="LiveId" clId="{C4634EC1-E8DC-4FAE-B843-C9AE3C4956A0}" dt="2025-12-14T14:03:57.153" v="4650" actId="790"/>
          <ac:spMkLst>
            <pc:docMk/>
            <pc:sldMk cId="3335315101" sldId="340"/>
            <ac:spMk id="51" creationId="{1AD6583B-0AEC-6EFD-6092-7CD0AEA2BFE2}"/>
          </ac:spMkLst>
        </pc:spChg>
        <pc:spChg chg="mod">
          <ac:chgData name="Philippe Baucour" userId="5102170ae7533958" providerId="LiveId" clId="{C4634EC1-E8DC-4FAE-B843-C9AE3C4956A0}" dt="2025-12-14T14:08:24.869" v="4692" actId="1076"/>
          <ac:spMkLst>
            <pc:docMk/>
            <pc:sldMk cId="3335315101" sldId="340"/>
            <ac:spMk id="55" creationId="{84C1C583-4227-957A-3DA3-F2AF8C3F4F01}"/>
          </ac:spMkLst>
        </pc:spChg>
        <pc:spChg chg="mod">
          <ac:chgData name="Philippe Baucour" userId="5102170ae7533958" providerId="LiveId" clId="{C4634EC1-E8DC-4FAE-B843-C9AE3C4956A0}" dt="2025-12-14T14:08:24.869" v="4692" actId="1076"/>
          <ac:spMkLst>
            <pc:docMk/>
            <pc:sldMk cId="3335315101" sldId="340"/>
            <ac:spMk id="56" creationId="{4C4240B7-A8EF-3FE0-7FFD-DDEDD3B33119}"/>
          </ac:spMkLst>
        </pc:spChg>
        <pc:spChg chg="mod">
          <ac:chgData name="Philippe Baucour" userId="5102170ae7533958" providerId="LiveId" clId="{C4634EC1-E8DC-4FAE-B843-C9AE3C4956A0}" dt="2025-12-14T14:08:24.869" v="4692" actId="1076"/>
          <ac:spMkLst>
            <pc:docMk/>
            <pc:sldMk cId="3335315101" sldId="340"/>
            <ac:spMk id="57" creationId="{F80C07E6-EC58-A43A-4003-B821E902C087}"/>
          </ac:spMkLst>
        </pc:spChg>
        <pc:spChg chg="mod">
          <ac:chgData name="Philippe Baucour" userId="5102170ae7533958" providerId="LiveId" clId="{C4634EC1-E8DC-4FAE-B843-C9AE3C4956A0}" dt="2025-12-14T14:08:24.869" v="4692" actId="1076"/>
          <ac:spMkLst>
            <pc:docMk/>
            <pc:sldMk cId="3335315101" sldId="340"/>
            <ac:spMk id="58" creationId="{3BE81455-3E0E-3085-9168-2E8E75435757}"/>
          </ac:spMkLst>
        </pc:spChg>
        <pc:spChg chg="mod">
          <ac:chgData name="Philippe Baucour" userId="5102170ae7533958" providerId="LiveId" clId="{C4634EC1-E8DC-4FAE-B843-C9AE3C4956A0}" dt="2025-12-14T14:07:04.038" v="4691" actId="1076"/>
          <ac:spMkLst>
            <pc:docMk/>
            <pc:sldMk cId="3335315101" sldId="340"/>
            <ac:spMk id="59" creationId="{9D0C1BB2-2ABC-CA31-AAD1-B8A7F8B491C5}"/>
          </ac:spMkLst>
        </pc:spChg>
        <pc:picChg chg="mod">
          <ac:chgData name="Philippe Baucour" userId="5102170ae7533958" providerId="LiveId" clId="{C4634EC1-E8DC-4FAE-B843-C9AE3C4956A0}" dt="2025-12-14T14:08:24.869" v="4692" actId="1076"/>
          <ac:picMkLst>
            <pc:docMk/>
            <pc:sldMk cId="3335315101" sldId="340"/>
            <ac:picMk id="52" creationId="{7EFE9D17-2E74-AD62-7EEA-0DD59411571D}"/>
          </ac:picMkLst>
        </pc:picChg>
        <pc:cxnChg chg="mod">
          <ac:chgData name="Philippe Baucour" userId="5102170ae7533958" providerId="LiveId" clId="{C4634EC1-E8DC-4FAE-B843-C9AE3C4956A0}" dt="2025-12-14T14:08:24.869" v="4692" actId="1076"/>
          <ac:cxnSpMkLst>
            <pc:docMk/>
            <pc:sldMk cId="3335315101" sldId="340"/>
            <ac:cxnSpMk id="53" creationId="{BFCAE3C3-5281-01DB-160B-4B86BCCCE040}"/>
          </ac:cxnSpMkLst>
        </pc:cxnChg>
        <pc:cxnChg chg="mod">
          <ac:chgData name="Philippe Baucour" userId="5102170ae7533958" providerId="LiveId" clId="{C4634EC1-E8DC-4FAE-B843-C9AE3C4956A0}" dt="2025-12-14T14:08:24.869" v="4692" actId="1076"/>
          <ac:cxnSpMkLst>
            <pc:docMk/>
            <pc:sldMk cId="3335315101" sldId="340"/>
            <ac:cxnSpMk id="54" creationId="{A9D98A28-9089-69DF-6831-24076339D801}"/>
          </ac:cxnSpMkLst>
        </pc:cxnChg>
      </pc:sldChg>
      <pc:sldChg chg="addSp delSp modSp add mod ord delAnim modAnim modNotesTx">
        <pc:chgData name="Philippe Baucour" userId="5102170ae7533958" providerId="LiveId" clId="{C4634EC1-E8DC-4FAE-B843-C9AE3C4956A0}" dt="2025-12-14T14:03:57.153" v="4650" actId="790"/>
        <pc:sldMkLst>
          <pc:docMk/>
          <pc:sldMk cId="4044436182" sldId="341"/>
        </pc:sldMkLst>
        <pc:spChg chg="mod">
          <ac:chgData name="Philippe Baucour" userId="5102170ae7533958" providerId="LiveId" clId="{C4634EC1-E8DC-4FAE-B843-C9AE3C4956A0}" dt="2025-12-14T14:03:57.153" v="4650" actId="790"/>
          <ac:spMkLst>
            <pc:docMk/>
            <pc:sldMk cId="4044436182" sldId="341"/>
            <ac:spMk id="2" creationId="{57615FA6-156F-28BD-BE91-6EE534B4E433}"/>
          </ac:spMkLst>
        </pc:spChg>
        <pc:spChg chg="mod">
          <ac:chgData name="Philippe Baucour" userId="5102170ae7533958" providerId="LiveId" clId="{C4634EC1-E8DC-4FAE-B843-C9AE3C4956A0}" dt="2025-12-12T17:01:30.917" v="3012" actId="113"/>
          <ac:spMkLst>
            <pc:docMk/>
            <pc:sldMk cId="4044436182" sldId="341"/>
            <ac:spMk id="3" creationId="{45C4C66F-94B7-692B-0D86-230696117E8B}"/>
          </ac:spMkLst>
        </pc:spChg>
        <pc:spChg chg="mod">
          <ac:chgData name="Philippe Baucour" userId="5102170ae7533958" providerId="LiveId" clId="{C4634EC1-E8DC-4FAE-B843-C9AE3C4956A0}" dt="2025-12-14T14:03:57.153" v="4650" actId="790"/>
          <ac:spMkLst>
            <pc:docMk/>
            <pc:sldMk cId="4044436182" sldId="341"/>
            <ac:spMk id="4" creationId="{2CC85633-88BE-7E8D-C7A9-F4578B80B469}"/>
          </ac:spMkLst>
        </pc:spChg>
        <pc:spChg chg="mod">
          <ac:chgData name="Philippe Baucour" userId="5102170ae7533958" providerId="LiveId" clId="{C4634EC1-E8DC-4FAE-B843-C9AE3C4956A0}" dt="2025-12-14T14:03:57.153" v="4650" actId="790"/>
          <ac:spMkLst>
            <pc:docMk/>
            <pc:sldMk cId="4044436182" sldId="341"/>
            <ac:spMk id="8" creationId="{C6419948-74FD-CF65-315C-82B41AFE2017}"/>
          </ac:spMkLst>
        </pc:spChg>
        <pc:spChg chg="mod">
          <ac:chgData name="Philippe Baucour" userId="5102170ae7533958" providerId="LiveId" clId="{C4634EC1-E8DC-4FAE-B843-C9AE3C4956A0}" dt="2025-12-14T14:03:57.153" v="4650" actId="790"/>
          <ac:spMkLst>
            <pc:docMk/>
            <pc:sldMk cId="4044436182" sldId="341"/>
            <ac:spMk id="9" creationId="{484E473A-F375-F536-D29A-E00AF774389B}"/>
          </ac:spMkLst>
        </pc:spChg>
        <pc:spChg chg="mod ord">
          <ac:chgData name="Philippe Baucour" userId="5102170ae7533958" providerId="LiveId" clId="{C4634EC1-E8DC-4FAE-B843-C9AE3C4956A0}" dt="2025-12-14T14:03:57.153" v="4650" actId="790"/>
          <ac:spMkLst>
            <pc:docMk/>
            <pc:sldMk cId="4044436182" sldId="341"/>
            <ac:spMk id="10" creationId="{A94D158F-CB57-14BE-4591-A24A3C9DBEC7}"/>
          </ac:spMkLst>
        </pc:spChg>
        <pc:spChg chg="mod">
          <ac:chgData name="Philippe Baucour" userId="5102170ae7533958" providerId="LiveId" clId="{C4634EC1-E8DC-4FAE-B843-C9AE3C4956A0}" dt="2025-12-14T14:03:57.153" v="4650" actId="790"/>
          <ac:spMkLst>
            <pc:docMk/>
            <pc:sldMk cId="4044436182" sldId="341"/>
            <ac:spMk id="11" creationId="{090A1D9D-5856-8CB2-1BCB-3EF51B6D3291}"/>
          </ac:spMkLst>
        </pc:spChg>
        <pc:spChg chg="add mod">
          <ac:chgData name="Philippe Baucour" userId="5102170ae7533958" providerId="LiveId" clId="{C4634EC1-E8DC-4FAE-B843-C9AE3C4956A0}" dt="2025-12-14T14:03:57.153" v="4650" actId="790"/>
          <ac:spMkLst>
            <pc:docMk/>
            <pc:sldMk cId="4044436182" sldId="341"/>
            <ac:spMk id="12" creationId="{55DC96BA-4104-3BEF-03BB-94356D3ED6E7}"/>
          </ac:spMkLst>
        </pc:spChg>
        <pc:spChg chg="mod">
          <ac:chgData name="Philippe Baucour" userId="5102170ae7533958" providerId="LiveId" clId="{C4634EC1-E8DC-4FAE-B843-C9AE3C4956A0}" dt="2025-12-14T14:03:57.153" v="4650" actId="790"/>
          <ac:spMkLst>
            <pc:docMk/>
            <pc:sldMk cId="4044436182" sldId="341"/>
            <ac:spMk id="13" creationId="{DC9C5AD1-740F-5F0A-D35C-FE3A06C2392E}"/>
          </ac:spMkLst>
        </pc:spChg>
        <pc:spChg chg="mod">
          <ac:chgData name="Philippe Baucour" userId="5102170ae7533958" providerId="LiveId" clId="{C4634EC1-E8DC-4FAE-B843-C9AE3C4956A0}" dt="2025-12-12T16:28:34.560" v="1741" actId="1037"/>
          <ac:spMkLst>
            <pc:docMk/>
            <pc:sldMk cId="4044436182" sldId="341"/>
            <ac:spMk id="14" creationId="{C18ED936-4D75-657F-63B1-9D3007E9AB37}"/>
          </ac:spMkLst>
        </pc:spChg>
        <pc:spChg chg="mod ord">
          <ac:chgData name="Philippe Baucour" userId="5102170ae7533958" providerId="LiveId" clId="{C4634EC1-E8DC-4FAE-B843-C9AE3C4956A0}" dt="2025-12-14T14:03:57.153" v="4650" actId="790"/>
          <ac:spMkLst>
            <pc:docMk/>
            <pc:sldMk cId="4044436182" sldId="341"/>
            <ac:spMk id="15" creationId="{D110B6DB-2766-AC46-AD5F-5F1AAE54B7DD}"/>
          </ac:spMkLst>
        </pc:spChg>
        <pc:spChg chg="add mod">
          <ac:chgData name="Philippe Baucour" userId="5102170ae7533958" providerId="LiveId" clId="{C4634EC1-E8DC-4FAE-B843-C9AE3C4956A0}" dt="2025-12-14T14:03:57.153" v="4650" actId="790"/>
          <ac:spMkLst>
            <pc:docMk/>
            <pc:sldMk cId="4044436182" sldId="341"/>
            <ac:spMk id="16" creationId="{CC72840B-124E-40BB-A01C-43636C5BD93D}"/>
          </ac:spMkLst>
        </pc:spChg>
        <pc:spChg chg="mod ord">
          <ac:chgData name="Philippe Baucour" userId="5102170ae7533958" providerId="LiveId" clId="{C4634EC1-E8DC-4FAE-B843-C9AE3C4956A0}" dt="2025-12-12T16:51:54.781" v="2707" actId="1076"/>
          <ac:spMkLst>
            <pc:docMk/>
            <pc:sldMk cId="4044436182" sldId="341"/>
            <ac:spMk id="17" creationId="{C1F024C5-9564-D1B0-1318-765995A63E56}"/>
          </ac:spMkLst>
        </pc:spChg>
        <pc:spChg chg="add mod">
          <ac:chgData name="Philippe Baucour" userId="5102170ae7533958" providerId="LiveId" clId="{C4634EC1-E8DC-4FAE-B843-C9AE3C4956A0}" dt="2025-12-12T16:30:15.400" v="1805" actId="1037"/>
          <ac:spMkLst>
            <pc:docMk/>
            <pc:sldMk cId="4044436182" sldId="341"/>
            <ac:spMk id="18" creationId="{7E2AFF46-20CF-6676-625D-270AE3F92DF0}"/>
          </ac:spMkLst>
        </pc:spChg>
        <pc:spChg chg="add mod">
          <ac:chgData name="Philippe Baucour" userId="5102170ae7533958" providerId="LiveId" clId="{C4634EC1-E8DC-4FAE-B843-C9AE3C4956A0}" dt="2025-12-12T16:40:33.485" v="2220" actId="1038"/>
          <ac:spMkLst>
            <pc:docMk/>
            <pc:sldMk cId="4044436182" sldId="341"/>
            <ac:spMk id="19" creationId="{B65C6D7E-4866-825E-3B3A-F2488050AE53}"/>
          </ac:spMkLst>
        </pc:spChg>
      </pc:sldChg>
      <pc:sldChg chg="addSp modSp add mod modNotesTx">
        <pc:chgData name="Philippe Baucour" userId="5102170ae7533958" providerId="LiveId" clId="{C4634EC1-E8DC-4FAE-B843-C9AE3C4956A0}" dt="2025-12-14T14:03:57.153" v="4650" actId="790"/>
        <pc:sldMkLst>
          <pc:docMk/>
          <pc:sldMk cId="3113491712" sldId="342"/>
        </pc:sldMkLst>
        <pc:spChg chg="mod">
          <ac:chgData name="Philippe Baucour" userId="5102170ae7533958" providerId="LiveId" clId="{C4634EC1-E8DC-4FAE-B843-C9AE3C4956A0}" dt="2025-12-14T14:03:57.153" v="4650" actId="790"/>
          <ac:spMkLst>
            <pc:docMk/>
            <pc:sldMk cId="3113491712" sldId="342"/>
            <ac:spMk id="3" creationId="{84F4B2EC-B003-C3C6-21CD-C34EDC82D156}"/>
          </ac:spMkLst>
        </pc:spChg>
        <pc:spChg chg="mod">
          <ac:chgData name="Philippe Baucour" userId="5102170ae7533958" providerId="LiveId" clId="{C4634EC1-E8DC-4FAE-B843-C9AE3C4956A0}" dt="2025-12-14T14:03:57.153" v="4650" actId="790"/>
          <ac:spMkLst>
            <pc:docMk/>
            <pc:sldMk cId="3113491712" sldId="342"/>
            <ac:spMk id="4" creationId="{EB85DD54-12CD-D353-865E-0215AAF7C307}"/>
          </ac:spMkLst>
        </pc:spChg>
        <pc:spChg chg="mod">
          <ac:chgData name="Philippe Baucour" userId="5102170ae7533958" providerId="LiveId" clId="{C4634EC1-E8DC-4FAE-B843-C9AE3C4956A0}" dt="2025-12-14T14:03:57.153" v="4650" actId="790"/>
          <ac:spMkLst>
            <pc:docMk/>
            <pc:sldMk cId="3113491712" sldId="342"/>
            <ac:spMk id="6" creationId="{381899A3-285C-7AF9-DEBA-DF1F211D5777}"/>
          </ac:spMkLst>
        </pc:spChg>
        <pc:spChg chg="mod">
          <ac:chgData name="Philippe Baucour" userId="5102170ae7533958" providerId="LiveId" clId="{C4634EC1-E8DC-4FAE-B843-C9AE3C4956A0}" dt="2025-12-14T14:03:57.153" v="4650" actId="790"/>
          <ac:spMkLst>
            <pc:docMk/>
            <pc:sldMk cId="3113491712" sldId="342"/>
            <ac:spMk id="7" creationId="{B0A55A8A-872B-32E5-7174-14DCD14F47D0}"/>
          </ac:spMkLst>
        </pc:spChg>
        <pc:spChg chg="mod">
          <ac:chgData name="Philippe Baucour" userId="5102170ae7533958" providerId="LiveId" clId="{C4634EC1-E8DC-4FAE-B843-C9AE3C4956A0}" dt="2025-12-14T14:03:57.153" v="4650" actId="790"/>
          <ac:spMkLst>
            <pc:docMk/>
            <pc:sldMk cId="3113491712" sldId="342"/>
            <ac:spMk id="9" creationId="{B7D571E1-072E-2A70-DB90-0F9F806567C8}"/>
          </ac:spMkLst>
        </pc:spChg>
        <pc:spChg chg="mod">
          <ac:chgData name="Philippe Baucour" userId="5102170ae7533958" providerId="LiveId" clId="{C4634EC1-E8DC-4FAE-B843-C9AE3C4956A0}" dt="2025-12-14T14:03:57.153" v="4650" actId="790"/>
          <ac:spMkLst>
            <pc:docMk/>
            <pc:sldMk cId="3113491712" sldId="342"/>
            <ac:spMk id="10" creationId="{6C1A2C6F-940D-4ED0-8935-0CA656A28158}"/>
          </ac:spMkLst>
        </pc:spChg>
        <pc:spChg chg="add mod ord">
          <ac:chgData name="Philippe Baucour" userId="5102170ae7533958" providerId="LiveId" clId="{C4634EC1-E8DC-4FAE-B843-C9AE3C4956A0}" dt="2025-12-14T14:03:57.153" v="4650" actId="790"/>
          <ac:spMkLst>
            <pc:docMk/>
            <pc:sldMk cId="3113491712" sldId="342"/>
            <ac:spMk id="12" creationId="{02321FCA-B198-D521-E7AB-745D1A463875}"/>
          </ac:spMkLst>
        </pc:spChg>
        <pc:spChg chg="mod">
          <ac:chgData name="Philippe Baucour" userId="5102170ae7533958" providerId="LiveId" clId="{C4634EC1-E8DC-4FAE-B843-C9AE3C4956A0}" dt="2025-12-14T14:03:57.153" v="4650" actId="790"/>
          <ac:spMkLst>
            <pc:docMk/>
            <pc:sldMk cId="3113491712" sldId="342"/>
            <ac:spMk id="13" creationId="{910AEDD7-EAD2-EF28-9487-CD606A9DD8C2}"/>
          </ac:spMkLst>
        </pc:spChg>
        <pc:spChg chg="mod">
          <ac:chgData name="Philippe Baucour" userId="5102170ae7533958" providerId="LiveId" clId="{C4634EC1-E8DC-4FAE-B843-C9AE3C4956A0}" dt="2025-12-12T17:03:29.792" v="3040" actId="1038"/>
          <ac:spMkLst>
            <pc:docMk/>
            <pc:sldMk cId="3113491712" sldId="342"/>
            <ac:spMk id="14" creationId="{8927E3D6-C6D5-5563-677A-C92950107FC9}"/>
          </ac:spMkLst>
        </pc:spChg>
        <pc:spChg chg="mod ord">
          <ac:chgData name="Philippe Baucour" userId="5102170ae7533958" providerId="LiveId" clId="{C4634EC1-E8DC-4FAE-B843-C9AE3C4956A0}" dt="2025-12-14T14:03:57.153" v="4650" actId="790"/>
          <ac:spMkLst>
            <pc:docMk/>
            <pc:sldMk cId="3113491712" sldId="342"/>
            <ac:spMk id="15" creationId="{21F545D6-857B-A5F8-4F8E-F997E477482F}"/>
          </ac:spMkLst>
        </pc:spChg>
        <pc:spChg chg="add mod ord">
          <ac:chgData name="Philippe Baucour" userId="5102170ae7533958" providerId="LiveId" clId="{C4634EC1-E8DC-4FAE-B843-C9AE3C4956A0}" dt="2025-12-12T17:06:06.060" v="3123" actId="1037"/>
          <ac:spMkLst>
            <pc:docMk/>
            <pc:sldMk cId="3113491712" sldId="342"/>
            <ac:spMk id="16" creationId="{B9D44FFB-878A-2BD6-8744-D7B271183C18}"/>
          </ac:spMkLst>
        </pc:spChg>
        <pc:spChg chg="mod">
          <ac:chgData name="Philippe Baucour" userId="5102170ae7533958" providerId="LiveId" clId="{C4634EC1-E8DC-4FAE-B843-C9AE3C4956A0}" dt="2025-12-14T14:03:57.153" v="4650" actId="790"/>
          <ac:spMkLst>
            <pc:docMk/>
            <pc:sldMk cId="3113491712" sldId="342"/>
            <ac:spMk id="17" creationId="{B2B1052A-3360-3CB3-A1C3-46BCFB8D6C69}"/>
          </ac:spMkLst>
        </pc:spChg>
      </pc:sldChg>
      <pc:sldChg chg="addSp delSp modSp add mod modClrScheme delAnim modShow chgLayout">
        <pc:chgData name="Philippe Baucour" userId="5102170ae7533958" providerId="LiveId" clId="{C4634EC1-E8DC-4FAE-B843-C9AE3C4956A0}" dt="2025-12-17T17:44:53.410" v="7288" actId="478"/>
        <pc:sldMkLst>
          <pc:docMk/>
          <pc:sldMk cId="3477989219" sldId="344"/>
        </pc:sldMkLst>
        <pc:spChg chg="del">
          <ac:chgData name="Philippe Baucour" userId="5102170ae7533958" providerId="LiveId" clId="{C4634EC1-E8DC-4FAE-B843-C9AE3C4956A0}" dt="2025-12-17T17:12:17.430" v="6328" actId="478"/>
          <ac:spMkLst>
            <pc:docMk/>
            <pc:sldMk cId="3477989219" sldId="344"/>
            <ac:spMk id="2" creationId="{4AC4288A-BE7E-0606-94AD-EC96E3EB9187}"/>
          </ac:spMkLst>
        </pc:spChg>
        <pc:spChg chg="add mod">
          <ac:chgData name="Philippe Baucour" userId="5102170ae7533958" providerId="LiveId" clId="{C4634EC1-E8DC-4FAE-B843-C9AE3C4956A0}" dt="2025-12-17T16:56:10.380" v="6024" actId="207"/>
          <ac:spMkLst>
            <pc:docMk/>
            <pc:sldMk cId="3477989219" sldId="344"/>
            <ac:spMk id="3" creationId="{4CE54004-98C1-37E0-7D95-D8E563478BBF}"/>
          </ac:spMkLst>
        </pc:spChg>
        <pc:spChg chg="mod">
          <ac:chgData name="Philippe Baucour" userId="5102170ae7533958" providerId="LiveId" clId="{C4634EC1-E8DC-4FAE-B843-C9AE3C4956A0}" dt="2025-12-14T13:25:15.018" v="4272" actId="554"/>
          <ac:spMkLst>
            <pc:docMk/>
            <pc:sldMk cId="3477989219" sldId="344"/>
            <ac:spMk id="7" creationId="{8D17E4D8-E08F-F3A9-1EF2-0815948EBB7A}"/>
          </ac:spMkLst>
        </pc:spChg>
        <pc:spChg chg="mod">
          <ac:chgData name="Philippe Baucour" userId="5102170ae7533958" providerId="LiveId" clId="{C4634EC1-E8DC-4FAE-B843-C9AE3C4956A0}" dt="2025-12-14T14:03:57.153" v="4650" actId="790"/>
          <ac:spMkLst>
            <pc:docMk/>
            <pc:sldMk cId="3477989219" sldId="344"/>
            <ac:spMk id="8" creationId="{B37BFA5E-4927-36AD-5AB3-7A9E8C32F0C3}"/>
          </ac:spMkLst>
        </pc:spChg>
        <pc:spChg chg="mod">
          <ac:chgData name="Philippe Baucour" userId="5102170ae7533958" providerId="LiveId" clId="{C4634EC1-E8DC-4FAE-B843-C9AE3C4956A0}" dt="2025-12-14T14:03:57.153" v="4650" actId="790"/>
          <ac:spMkLst>
            <pc:docMk/>
            <pc:sldMk cId="3477989219" sldId="344"/>
            <ac:spMk id="9" creationId="{B9D9BD7B-20D7-3691-D1E0-B4596851F2F1}"/>
          </ac:spMkLst>
        </pc:spChg>
        <pc:spChg chg="mod">
          <ac:chgData name="Philippe Baucour" userId="5102170ae7533958" providerId="LiveId" clId="{C4634EC1-E8DC-4FAE-B843-C9AE3C4956A0}" dt="2025-12-14T14:03:57.153" v="4650" actId="790"/>
          <ac:spMkLst>
            <pc:docMk/>
            <pc:sldMk cId="3477989219" sldId="344"/>
            <ac:spMk id="10" creationId="{DBFA8429-D6EA-D22B-9C5E-B918F90C98EC}"/>
          </ac:spMkLst>
        </pc:spChg>
        <pc:spChg chg="mod">
          <ac:chgData name="Philippe Baucour" userId="5102170ae7533958" providerId="LiveId" clId="{C4634EC1-E8DC-4FAE-B843-C9AE3C4956A0}" dt="2025-12-14T14:03:57.153" v="4650" actId="790"/>
          <ac:spMkLst>
            <pc:docMk/>
            <pc:sldMk cId="3477989219" sldId="344"/>
            <ac:spMk id="11" creationId="{7989A6DC-AC9C-DDC4-476D-E6667B0C7F9D}"/>
          </ac:spMkLst>
        </pc:spChg>
        <pc:spChg chg="mod">
          <ac:chgData name="Philippe Baucour" userId="5102170ae7533958" providerId="LiveId" clId="{C4634EC1-E8DC-4FAE-B843-C9AE3C4956A0}" dt="2025-12-14T14:03:57.153" v="4650" actId="790"/>
          <ac:spMkLst>
            <pc:docMk/>
            <pc:sldMk cId="3477989219" sldId="344"/>
            <ac:spMk id="12" creationId="{8CD01ECC-60FB-721C-0217-DD994CE842AE}"/>
          </ac:spMkLst>
        </pc:spChg>
        <pc:spChg chg="mod">
          <ac:chgData name="Philippe Baucour" userId="5102170ae7533958" providerId="LiveId" clId="{C4634EC1-E8DC-4FAE-B843-C9AE3C4956A0}" dt="2025-12-14T14:03:57.153" v="4650" actId="790"/>
          <ac:spMkLst>
            <pc:docMk/>
            <pc:sldMk cId="3477989219" sldId="344"/>
            <ac:spMk id="13" creationId="{C0EBC0C6-D0CA-C517-5220-0C13AACEFE67}"/>
          </ac:spMkLst>
        </pc:spChg>
        <pc:spChg chg="mod">
          <ac:chgData name="Philippe Baucour" userId="5102170ae7533958" providerId="LiveId" clId="{C4634EC1-E8DC-4FAE-B843-C9AE3C4956A0}" dt="2025-12-14T13:29:03.528" v="4506" actId="1038"/>
          <ac:spMkLst>
            <pc:docMk/>
            <pc:sldMk cId="3477989219" sldId="344"/>
            <ac:spMk id="14" creationId="{8A76DEBE-ED1B-FD33-1D87-3CCA458F83CB}"/>
          </ac:spMkLst>
        </pc:spChg>
        <pc:spChg chg="del mod">
          <ac:chgData name="Philippe Baucour" userId="5102170ae7533958" providerId="LiveId" clId="{C4634EC1-E8DC-4FAE-B843-C9AE3C4956A0}" dt="2025-12-17T16:54:32.449" v="6011" actId="478"/>
          <ac:spMkLst>
            <pc:docMk/>
            <pc:sldMk cId="3477989219" sldId="344"/>
            <ac:spMk id="15" creationId="{F5A315D1-10A1-342B-2217-74E37BEEC070}"/>
          </ac:spMkLst>
        </pc:spChg>
        <pc:spChg chg="add mod">
          <ac:chgData name="Philippe Baucour" userId="5102170ae7533958" providerId="LiveId" clId="{C4634EC1-E8DC-4FAE-B843-C9AE3C4956A0}" dt="2025-12-14T13:30:10.807" v="4624" actId="207"/>
          <ac:spMkLst>
            <pc:docMk/>
            <pc:sldMk cId="3477989219" sldId="344"/>
            <ac:spMk id="19" creationId="{FC7677E1-3BB9-5D02-F627-0757683721AA}"/>
          </ac:spMkLst>
        </pc:spChg>
        <pc:spChg chg="add mod">
          <ac:chgData name="Philippe Baucour" userId="5102170ae7533958" providerId="LiveId" clId="{C4634EC1-E8DC-4FAE-B843-C9AE3C4956A0}" dt="2025-12-14T14:03:57.153" v="4650" actId="790"/>
          <ac:spMkLst>
            <pc:docMk/>
            <pc:sldMk cId="3477989219" sldId="344"/>
            <ac:spMk id="20" creationId="{3CBAE594-87FA-7FB1-33E8-6A2824D97095}"/>
          </ac:spMkLst>
        </pc:spChg>
        <pc:spChg chg="add mod">
          <ac:chgData name="Philippe Baucour" userId="5102170ae7533958" providerId="LiveId" clId="{C4634EC1-E8DC-4FAE-B843-C9AE3C4956A0}" dt="2025-12-14T14:03:57.153" v="4650" actId="790"/>
          <ac:spMkLst>
            <pc:docMk/>
            <pc:sldMk cId="3477989219" sldId="344"/>
            <ac:spMk id="21" creationId="{8E64D4BF-DC03-8D10-895D-CF9C842E1A9B}"/>
          </ac:spMkLst>
        </pc:spChg>
        <pc:spChg chg="add mod">
          <ac:chgData name="Philippe Baucour" userId="5102170ae7533958" providerId="LiveId" clId="{C4634EC1-E8DC-4FAE-B843-C9AE3C4956A0}" dt="2025-12-14T14:03:57.153" v="4650" actId="790"/>
          <ac:spMkLst>
            <pc:docMk/>
            <pc:sldMk cId="3477989219" sldId="344"/>
            <ac:spMk id="22" creationId="{39570B15-4CE7-A2D6-1760-B6FEEF8245A2}"/>
          </ac:spMkLst>
        </pc:spChg>
        <pc:spChg chg="add mod">
          <ac:chgData name="Philippe Baucour" userId="5102170ae7533958" providerId="LiveId" clId="{C4634EC1-E8DC-4FAE-B843-C9AE3C4956A0}" dt="2025-12-17T16:59:22.800" v="6192" actId="1035"/>
          <ac:spMkLst>
            <pc:docMk/>
            <pc:sldMk cId="3477989219" sldId="344"/>
            <ac:spMk id="23" creationId="{EDDF6013-2A20-9271-0F9F-BF443DE7A269}"/>
          </ac:spMkLst>
        </pc:spChg>
        <pc:spChg chg="add mod">
          <ac:chgData name="Philippe Baucour" userId="5102170ae7533958" providerId="LiveId" clId="{C4634EC1-E8DC-4FAE-B843-C9AE3C4956A0}" dt="2025-12-17T16:59:22.800" v="6192" actId="1035"/>
          <ac:spMkLst>
            <pc:docMk/>
            <pc:sldMk cId="3477989219" sldId="344"/>
            <ac:spMk id="24" creationId="{630DEC19-6A7D-4538-81D7-5E87D22E0652}"/>
          </ac:spMkLst>
        </pc:spChg>
        <pc:spChg chg="add mod">
          <ac:chgData name="Philippe Baucour" userId="5102170ae7533958" providerId="LiveId" clId="{C4634EC1-E8DC-4FAE-B843-C9AE3C4956A0}" dt="2025-12-17T17:23:14.824" v="6635" actId="20577"/>
          <ac:spMkLst>
            <pc:docMk/>
            <pc:sldMk cId="3477989219" sldId="344"/>
            <ac:spMk id="25" creationId="{63F5241C-BA2F-1FEA-F5C4-FB747AF0ACF5}"/>
          </ac:spMkLst>
        </pc:spChg>
        <pc:spChg chg="add mod">
          <ac:chgData name="Philippe Baucour" userId="5102170ae7533958" providerId="LiveId" clId="{C4634EC1-E8DC-4FAE-B843-C9AE3C4956A0}" dt="2025-12-17T17:18:27.392" v="6621" actId="1036"/>
          <ac:spMkLst>
            <pc:docMk/>
            <pc:sldMk cId="3477989219" sldId="344"/>
            <ac:spMk id="26" creationId="{2EE0FFBA-C983-B557-07FB-0862A35CDA6A}"/>
          </ac:spMkLst>
        </pc:spChg>
        <pc:spChg chg="add mod ord">
          <ac:chgData name="Philippe Baucour" userId="5102170ae7533958" providerId="LiveId" clId="{C4634EC1-E8DC-4FAE-B843-C9AE3C4956A0}" dt="2025-12-17T17:39:01.402" v="6879" actId="1038"/>
          <ac:spMkLst>
            <pc:docMk/>
            <pc:sldMk cId="3477989219" sldId="344"/>
            <ac:spMk id="27" creationId="{D36599D1-84E0-D99B-63AB-FCA786E367CB}"/>
          </ac:spMkLst>
        </pc:spChg>
        <pc:spChg chg="add del mod">
          <ac:chgData name="Philippe Baucour" userId="5102170ae7533958" providerId="LiveId" clId="{C4634EC1-E8DC-4FAE-B843-C9AE3C4956A0}" dt="2025-12-17T17:12:24.201" v="6329" actId="700"/>
          <ac:spMkLst>
            <pc:docMk/>
            <pc:sldMk cId="3477989219" sldId="344"/>
            <ac:spMk id="29" creationId="{65E63427-243B-71EB-D838-49BE22FB6D0C}"/>
          </ac:spMkLst>
        </pc:spChg>
        <pc:spChg chg="add del mod">
          <ac:chgData name="Philippe Baucour" userId="5102170ae7533958" providerId="LiveId" clId="{C4634EC1-E8DC-4FAE-B843-C9AE3C4956A0}" dt="2025-12-17T17:13:44.773" v="6335" actId="478"/>
          <ac:spMkLst>
            <pc:docMk/>
            <pc:sldMk cId="3477989219" sldId="344"/>
            <ac:spMk id="30" creationId="{34D4CEE9-5E3B-59C3-08C5-8FB3141D2DB9}"/>
          </ac:spMkLst>
        </pc:spChg>
        <pc:spChg chg="add mod ord">
          <ac:chgData name="Philippe Baucour" userId="5102170ae7533958" providerId="LiveId" clId="{C4634EC1-E8DC-4FAE-B843-C9AE3C4956A0}" dt="2025-12-17T17:37:17.618" v="6828" actId="166"/>
          <ac:spMkLst>
            <pc:docMk/>
            <pc:sldMk cId="3477989219" sldId="344"/>
            <ac:spMk id="31" creationId="{62C90EDB-9B12-287C-6A19-DE8E4276BBAA}"/>
          </ac:spMkLst>
        </pc:spChg>
        <pc:spChg chg="add mod ord">
          <ac:chgData name="Philippe Baucour" userId="5102170ae7533958" providerId="LiveId" clId="{C4634EC1-E8DC-4FAE-B843-C9AE3C4956A0}" dt="2025-12-17T17:44:42.774" v="7287" actId="166"/>
          <ac:spMkLst>
            <pc:docMk/>
            <pc:sldMk cId="3477989219" sldId="344"/>
            <ac:spMk id="32" creationId="{8F196BA7-DD73-1D6F-3E38-7B3E50A85FA3}"/>
          </ac:spMkLst>
        </pc:spChg>
        <pc:spChg chg="add mod ord">
          <ac:chgData name="Philippe Baucour" userId="5102170ae7533958" providerId="LiveId" clId="{C4634EC1-E8DC-4FAE-B843-C9AE3C4956A0}" dt="2025-12-17T17:37:28.647" v="6830" actId="166"/>
          <ac:spMkLst>
            <pc:docMk/>
            <pc:sldMk cId="3477989219" sldId="344"/>
            <ac:spMk id="33" creationId="{046F5AF2-220C-4460-1E01-7E8C21856940}"/>
          </ac:spMkLst>
        </pc:spChg>
        <pc:spChg chg="add mod">
          <ac:chgData name="Philippe Baucour" userId="5102170ae7533958" providerId="LiveId" clId="{C4634EC1-E8DC-4FAE-B843-C9AE3C4956A0}" dt="2025-12-17T17:37:50.094" v="6854" actId="1036"/>
          <ac:spMkLst>
            <pc:docMk/>
            <pc:sldMk cId="3477989219" sldId="344"/>
            <ac:spMk id="34" creationId="{0F318217-7B59-12B6-5D54-ED2478712BE0}"/>
          </ac:spMkLst>
        </pc:spChg>
        <pc:spChg chg="add del mod">
          <ac:chgData name="Philippe Baucour" userId="5102170ae7533958" providerId="LiveId" clId="{C4634EC1-E8DC-4FAE-B843-C9AE3C4956A0}" dt="2025-12-17T17:37:56.780" v="6855" actId="478"/>
          <ac:spMkLst>
            <pc:docMk/>
            <pc:sldMk cId="3477989219" sldId="344"/>
            <ac:spMk id="35" creationId="{0AF30F5E-3FE7-2F4E-5C0D-3233845BB53E}"/>
          </ac:spMkLst>
        </pc:spChg>
        <pc:spChg chg="add del mod">
          <ac:chgData name="Philippe Baucour" userId="5102170ae7533958" providerId="LiveId" clId="{C4634EC1-E8DC-4FAE-B843-C9AE3C4956A0}" dt="2025-12-17T17:37:59.007" v="6856" actId="478"/>
          <ac:spMkLst>
            <pc:docMk/>
            <pc:sldMk cId="3477989219" sldId="344"/>
            <ac:spMk id="36" creationId="{957BAD5C-FD52-0150-F6D9-BB66B436345A}"/>
          </ac:spMkLst>
        </pc:spChg>
        <pc:spChg chg="add mod">
          <ac:chgData name="Philippe Baucour" userId="5102170ae7533958" providerId="LiveId" clId="{C4634EC1-E8DC-4FAE-B843-C9AE3C4956A0}" dt="2025-12-17T17:35:33.124" v="6773" actId="1038"/>
          <ac:spMkLst>
            <pc:docMk/>
            <pc:sldMk cId="3477989219" sldId="344"/>
            <ac:spMk id="37" creationId="{84661984-F9BB-1056-8662-DC2851FB9EAD}"/>
          </ac:spMkLst>
        </pc:spChg>
        <pc:spChg chg="add mod ord">
          <ac:chgData name="Philippe Baucour" userId="5102170ae7533958" providerId="LiveId" clId="{C4634EC1-E8DC-4FAE-B843-C9AE3C4956A0}" dt="2025-12-17T17:36:18.678" v="6819"/>
          <ac:spMkLst>
            <pc:docMk/>
            <pc:sldMk cId="3477989219" sldId="344"/>
            <ac:spMk id="38" creationId="{BFA1927A-83DA-85EF-7552-1E0F599C0C48}"/>
          </ac:spMkLst>
        </pc:spChg>
        <pc:spChg chg="add mod ord">
          <ac:chgData name="Philippe Baucour" userId="5102170ae7533958" providerId="LiveId" clId="{C4634EC1-E8DC-4FAE-B843-C9AE3C4956A0}" dt="2025-12-17T17:37:36.258" v="6831" actId="1076"/>
          <ac:spMkLst>
            <pc:docMk/>
            <pc:sldMk cId="3477989219" sldId="344"/>
            <ac:spMk id="39" creationId="{0F62A33F-0D0B-3C2C-110C-A0DAB97A4152}"/>
          </ac:spMkLst>
        </pc:spChg>
        <pc:spChg chg="add mod">
          <ac:chgData name="Philippe Baucour" userId="5102170ae7533958" providerId="LiveId" clId="{C4634EC1-E8DC-4FAE-B843-C9AE3C4956A0}" dt="2025-12-17T17:43:19.283" v="7145" actId="1037"/>
          <ac:spMkLst>
            <pc:docMk/>
            <pc:sldMk cId="3477989219" sldId="344"/>
            <ac:spMk id="45" creationId="{CA1D2812-453D-D8B7-A8C2-C0D4A79F79E7}"/>
          </ac:spMkLst>
        </pc:spChg>
        <pc:spChg chg="add mod">
          <ac:chgData name="Philippe Baucour" userId="5102170ae7533958" providerId="LiveId" clId="{C4634EC1-E8DC-4FAE-B843-C9AE3C4956A0}" dt="2025-12-17T17:44:35.226" v="7286" actId="1037"/>
          <ac:spMkLst>
            <pc:docMk/>
            <pc:sldMk cId="3477989219" sldId="344"/>
            <ac:spMk id="52" creationId="{DA57D484-2C47-EC14-7AE1-21080DD0F04D}"/>
          </ac:spMkLst>
        </pc:spChg>
        <pc:cxnChg chg="add del mod">
          <ac:chgData name="Philippe Baucour" userId="5102170ae7533958" providerId="LiveId" clId="{C4634EC1-E8DC-4FAE-B843-C9AE3C4956A0}" dt="2025-12-17T16:57:32.459" v="6096" actId="478"/>
          <ac:cxnSpMkLst>
            <pc:docMk/>
            <pc:sldMk cId="3477989219" sldId="344"/>
            <ac:cxnSpMk id="5" creationId="{A69DFF2F-FF24-3EC5-3C33-E16B5935E428}"/>
          </ac:cxnSpMkLst>
        </pc:cxnChg>
        <pc:cxnChg chg="add del mod">
          <ac:chgData name="Philippe Baucour" userId="5102170ae7533958" providerId="LiveId" clId="{C4634EC1-E8DC-4FAE-B843-C9AE3C4956A0}" dt="2025-12-17T16:57:43.762" v="6097" actId="478"/>
          <ac:cxnSpMkLst>
            <pc:docMk/>
            <pc:sldMk cId="3477989219" sldId="344"/>
            <ac:cxnSpMk id="16" creationId="{6F22CF5A-077D-574C-B140-A1D48DC75B7B}"/>
          </ac:cxnSpMkLst>
        </pc:cxnChg>
        <pc:cxnChg chg="add mod">
          <ac:chgData name="Philippe Baucour" userId="5102170ae7533958" providerId="LiveId" clId="{C4634EC1-E8DC-4FAE-B843-C9AE3C4956A0}" dt="2025-12-17T17:40:45.599" v="6926" actId="554"/>
          <ac:cxnSpMkLst>
            <pc:docMk/>
            <pc:sldMk cId="3477989219" sldId="344"/>
            <ac:cxnSpMk id="41" creationId="{1D3BC40D-7F9E-8897-0EB1-C8FE1EC1D299}"/>
          </ac:cxnSpMkLst>
        </pc:cxnChg>
        <pc:cxnChg chg="add mod">
          <ac:chgData name="Philippe Baucour" userId="5102170ae7533958" providerId="LiveId" clId="{C4634EC1-E8DC-4FAE-B843-C9AE3C4956A0}" dt="2025-12-17T17:40:45.599" v="6926" actId="554"/>
          <ac:cxnSpMkLst>
            <pc:docMk/>
            <pc:sldMk cId="3477989219" sldId="344"/>
            <ac:cxnSpMk id="44" creationId="{274AB326-DAA8-34F9-4B11-7943321F768E}"/>
          </ac:cxnSpMkLst>
        </pc:cxnChg>
        <pc:cxnChg chg="add del mod">
          <ac:chgData name="Philippe Baucour" userId="5102170ae7533958" providerId="LiveId" clId="{C4634EC1-E8DC-4FAE-B843-C9AE3C4956A0}" dt="2025-12-17T17:44:53.410" v="7288" actId="478"/>
          <ac:cxnSpMkLst>
            <pc:docMk/>
            <pc:sldMk cId="3477989219" sldId="344"/>
            <ac:cxnSpMk id="47" creationId="{B05619D5-CE9E-1F2E-8708-026D79252E39}"/>
          </ac:cxnSpMkLst>
        </pc:cxnChg>
      </pc:sldChg>
      <pc:sldChg chg="addSp delSp modSp new mod ord modClrScheme chgLayout">
        <pc:chgData name="Philippe Baucour" userId="5102170ae7533958" providerId="LiveId" clId="{C4634EC1-E8DC-4FAE-B843-C9AE3C4956A0}" dt="2025-12-14T18:13:10.450" v="5998" actId="478"/>
        <pc:sldMkLst>
          <pc:docMk/>
          <pc:sldMk cId="1801289739" sldId="345"/>
        </pc:sldMkLst>
        <pc:spChg chg="add mod">
          <ac:chgData name="Philippe Baucour" userId="5102170ae7533958" providerId="LiveId" clId="{C4634EC1-E8DC-4FAE-B843-C9AE3C4956A0}" dt="2025-12-14T18:09:00.298" v="5722" actId="1036"/>
          <ac:spMkLst>
            <pc:docMk/>
            <pc:sldMk cId="1801289739" sldId="345"/>
            <ac:spMk id="4" creationId="{28799353-42B3-8F74-C97B-66FB54F5C47A}"/>
          </ac:spMkLst>
        </pc:spChg>
        <pc:spChg chg="add mod">
          <ac:chgData name="Philippe Baucour" userId="5102170ae7533958" providerId="LiveId" clId="{C4634EC1-E8DC-4FAE-B843-C9AE3C4956A0}" dt="2025-12-14T18:08:41.898" v="5708" actId="688"/>
          <ac:spMkLst>
            <pc:docMk/>
            <pc:sldMk cId="1801289739" sldId="345"/>
            <ac:spMk id="5" creationId="{C5D912BA-2EE1-946F-377F-9060678B8746}"/>
          </ac:spMkLst>
        </pc:spChg>
        <pc:spChg chg="add mod">
          <ac:chgData name="Philippe Baucour" userId="5102170ae7533958" providerId="LiveId" clId="{C4634EC1-E8DC-4FAE-B843-C9AE3C4956A0}" dt="2025-12-14T17:51:59.591" v="5318" actId="1037"/>
          <ac:spMkLst>
            <pc:docMk/>
            <pc:sldMk cId="1801289739" sldId="345"/>
            <ac:spMk id="8" creationId="{50FC805C-0F28-E05D-CD4C-63AB090D7FA3}"/>
          </ac:spMkLst>
        </pc:spChg>
        <pc:spChg chg="add mod">
          <ac:chgData name="Philippe Baucour" userId="5102170ae7533958" providerId="LiveId" clId="{C4634EC1-E8DC-4FAE-B843-C9AE3C4956A0}" dt="2025-12-14T18:00:06.806" v="5598" actId="207"/>
          <ac:spMkLst>
            <pc:docMk/>
            <pc:sldMk cId="1801289739" sldId="345"/>
            <ac:spMk id="11" creationId="{46FD3970-E612-6766-68E0-910C741F6C00}"/>
          </ac:spMkLst>
        </pc:spChg>
        <pc:spChg chg="add mod">
          <ac:chgData name="Philippe Baucour" userId="5102170ae7533958" providerId="LiveId" clId="{C4634EC1-E8DC-4FAE-B843-C9AE3C4956A0}" dt="2025-12-14T18:10:44.142" v="5760" actId="12789"/>
          <ac:spMkLst>
            <pc:docMk/>
            <pc:sldMk cId="1801289739" sldId="345"/>
            <ac:spMk id="12" creationId="{2AF3DC78-B17C-FAE2-F4AC-9B7AB2220DC4}"/>
          </ac:spMkLst>
        </pc:spChg>
        <pc:spChg chg="add mod">
          <ac:chgData name="Philippe Baucour" userId="5102170ae7533958" providerId="LiveId" clId="{C4634EC1-E8DC-4FAE-B843-C9AE3C4956A0}" dt="2025-12-14T18:10:49.338" v="5761" actId="12789"/>
          <ac:spMkLst>
            <pc:docMk/>
            <pc:sldMk cId="1801289739" sldId="345"/>
            <ac:spMk id="13" creationId="{FADE2A3E-8BEE-220B-DB34-47AC5E963BAE}"/>
          </ac:spMkLst>
        </pc:spChg>
        <pc:spChg chg="add mod">
          <ac:chgData name="Philippe Baucour" userId="5102170ae7533958" providerId="LiveId" clId="{C4634EC1-E8DC-4FAE-B843-C9AE3C4956A0}" dt="2025-12-14T18:12:14.512" v="5905" actId="12788"/>
          <ac:spMkLst>
            <pc:docMk/>
            <pc:sldMk cId="1801289739" sldId="345"/>
            <ac:spMk id="14" creationId="{981E0BB8-ED99-8382-476C-884268FC25A6}"/>
          </ac:spMkLst>
        </pc:spChg>
        <pc:spChg chg="add mod">
          <ac:chgData name="Philippe Baucour" userId="5102170ae7533958" providerId="LiveId" clId="{C4634EC1-E8DC-4FAE-B843-C9AE3C4956A0}" dt="2025-12-14T18:03:02.338" v="5626" actId="207"/>
          <ac:spMkLst>
            <pc:docMk/>
            <pc:sldMk cId="1801289739" sldId="345"/>
            <ac:spMk id="15" creationId="{B1F26645-C568-6A48-46D4-F9AAF716B7A8}"/>
          </ac:spMkLst>
        </pc:spChg>
        <pc:spChg chg="add mod">
          <ac:chgData name="Philippe Baucour" userId="5102170ae7533958" providerId="LiveId" clId="{C4634EC1-E8DC-4FAE-B843-C9AE3C4956A0}" dt="2025-12-14T18:02:55.207" v="5625" actId="207"/>
          <ac:spMkLst>
            <pc:docMk/>
            <pc:sldMk cId="1801289739" sldId="345"/>
            <ac:spMk id="16" creationId="{78A1D14F-2D3D-6685-18E6-ED3766EFC8F1}"/>
          </ac:spMkLst>
        </pc:spChg>
        <pc:spChg chg="add mod">
          <ac:chgData name="Philippe Baucour" userId="5102170ae7533958" providerId="LiveId" clId="{C4634EC1-E8DC-4FAE-B843-C9AE3C4956A0}" dt="2025-12-14T18:08:07.612" v="5692" actId="1035"/>
          <ac:spMkLst>
            <pc:docMk/>
            <pc:sldMk cId="1801289739" sldId="345"/>
            <ac:spMk id="49" creationId="{07EFD98B-4927-25BC-8BD2-9697E33F2D53}"/>
          </ac:spMkLst>
        </pc:spChg>
        <pc:spChg chg="add mod">
          <ac:chgData name="Philippe Baucour" userId="5102170ae7533958" providerId="LiveId" clId="{C4634EC1-E8DC-4FAE-B843-C9AE3C4956A0}" dt="2025-12-14T18:10:16.354" v="5757" actId="1038"/>
          <ac:spMkLst>
            <pc:docMk/>
            <pc:sldMk cId="1801289739" sldId="345"/>
            <ac:spMk id="50" creationId="{03D09B40-5404-F339-8BE1-46471E11C7EC}"/>
          </ac:spMkLst>
        </pc:spChg>
        <pc:spChg chg="add mod">
          <ac:chgData name="Philippe Baucour" userId="5102170ae7533958" providerId="LiveId" clId="{C4634EC1-E8DC-4FAE-B843-C9AE3C4956A0}" dt="2025-12-14T18:10:44.142" v="5760" actId="12789"/>
          <ac:spMkLst>
            <pc:docMk/>
            <pc:sldMk cId="1801289739" sldId="345"/>
            <ac:spMk id="53" creationId="{11D6D2EF-0906-5476-CB5F-193E951951EC}"/>
          </ac:spMkLst>
        </pc:spChg>
        <pc:spChg chg="add mod">
          <ac:chgData name="Philippe Baucour" userId="5102170ae7533958" providerId="LiveId" clId="{C4634EC1-E8DC-4FAE-B843-C9AE3C4956A0}" dt="2025-12-14T18:10:49.338" v="5761" actId="12789"/>
          <ac:spMkLst>
            <pc:docMk/>
            <pc:sldMk cId="1801289739" sldId="345"/>
            <ac:spMk id="54" creationId="{3C17ACAA-907B-9A21-8D29-9A2C751759AC}"/>
          </ac:spMkLst>
        </pc:spChg>
        <pc:spChg chg="add mod">
          <ac:chgData name="Philippe Baucour" userId="5102170ae7533958" providerId="LiveId" clId="{C4634EC1-E8DC-4FAE-B843-C9AE3C4956A0}" dt="2025-12-14T18:10:53.718" v="5762" actId="12789"/>
          <ac:spMkLst>
            <pc:docMk/>
            <pc:sldMk cId="1801289739" sldId="345"/>
            <ac:spMk id="55" creationId="{07AF3785-67C7-58DB-26A8-0ABBB89F202F}"/>
          </ac:spMkLst>
        </pc:spChg>
        <pc:spChg chg="add mod">
          <ac:chgData name="Philippe Baucour" userId="5102170ae7533958" providerId="LiveId" clId="{C4634EC1-E8DC-4FAE-B843-C9AE3C4956A0}" dt="2025-12-14T18:12:56.635" v="5997" actId="1035"/>
          <ac:spMkLst>
            <pc:docMk/>
            <pc:sldMk cId="1801289739" sldId="345"/>
            <ac:spMk id="58" creationId="{5D7B42EC-3C4E-1C4B-7127-6291607ABADA}"/>
          </ac:spMkLst>
        </pc:spChg>
        <pc:spChg chg="add mod">
          <ac:chgData name="Philippe Baucour" userId="5102170ae7533958" providerId="LiveId" clId="{C4634EC1-E8DC-4FAE-B843-C9AE3C4956A0}" dt="2025-12-14T18:12:56.635" v="5997" actId="1035"/>
          <ac:spMkLst>
            <pc:docMk/>
            <pc:sldMk cId="1801289739" sldId="345"/>
            <ac:spMk id="59" creationId="{6239B8FE-D8F3-609C-7733-C8E2F5D21FFE}"/>
          </ac:spMkLst>
        </pc:spChg>
        <pc:spChg chg="add mod">
          <ac:chgData name="Philippe Baucour" userId="5102170ae7533958" providerId="LiveId" clId="{C4634EC1-E8DC-4FAE-B843-C9AE3C4956A0}" dt="2025-12-14T18:09:38.276" v="5746" actId="6549"/>
          <ac:spMkLst>
            <pc:docMk/>
            <pc:sldMk cId="1801289739" sldId="345"/>
            <ac:spMk id="60" creationId="{DB1D96A7-3836-BC9F-1281-EBCCEDA2CBF9}"/>
          </ac:spMkLst>
        </pc:spChg>
        <pc:spChg chg="add mod">
          <ac:chgData name="Philippe Baucour" userId="5102170ae7533958" providerId="LiveId" clId="{C4634EC1-E8DC-4FAE-B843-C9AE3C4956A0}" dt="2025-12-14T18:09:14.409" v="5737" actId="6549"/>
          <ac:spMkLst>
            <pc:docMk/>
            <pc:sldMk cId="1801289739" sldId="345"/>
            <ac:spMk id="61" creationId="{9362FC6D-6B38-4158-9797-B263EB3CAA33}"/>
          </ac:spMkLst>
        </pc:spChg>
        <pc:cxnChg chg="add mod">
          <ac:chgData name="Philippe Baucour" userId="5102170ae7533958" providerId="LiveId" clId="{C4634EC1-E8DC-4FAE-B843-C9AE3C4956A0}" dt="2025-12-14T17:51:59.591" v="5318" actId="1037"/>
          <ac:cxnSpMkLst>
            <pc:docMk/>
            <pc:sldMk cId="1801289739" sldId="345"/>
            <ac:cxnSpMk id="18" creationId="{18DD0875-F4AE-5522-6DBC-28F302EF5599}"/>
          </ac:cxnSpMkLst>
        </pc:cxnChg>
        <pc:cxnChg chg="add mod">
          <ac:chgData name="Philippe Baucour" userId="5102170ae7533958" providerId="LiveId" clId="{C4634EC1-E8DC-4FAE-B843-C9AE3C4956A0}" dt="2025-12-14T17:51:59.591" v="5318" actId="1037"/>
          <ac:cxnSpMkLst>
            <pc:docMk/>
            <pc:sldMk cId="1801289739" sldId="345"/>
            <ac:cxnSpMk id="19" creationId="{F2F6C653-DDDA-24F0-AF5A-E2542DE1A12F}"/>
          </ac:cxnSpMkLst>
        </pc:cxnChg>
        <pc:cxnChg chg="add mod">
          <ac:chgData name="Philippe Baucour" userId="5102170ae7533958" providerId="LiveId" clId="{C4634EC1-E8DC-4FAE-B843-C9AE3C4956A0}" dt="2025-12-14T18:12:14.512" v="5905" actId="12788"/>
          <ac:cxnSpMkLst>
            <pc:docMk/>
            <pc:sldMk cId="1801289739" sldId="345"/>
            <ac:cxnSpMk id="22" creationId="{5A3EAE7C-298C-3E6C-D59B-E37995F685B6}"/>
          </ac:cxnSpMkLst>
        </pc:cxnChg>
        <pc:cxnChg chg="add mod">
          <ac:chgData name="Philippe Baucour" userId="5102170ae7533958" providerId="LiveId" clId="{C4634EC1-E8DC-4FAE-B843-C9AE3C4956A0}" dt="2025-12-14T18:10:49.338" v="5761" actId="12789"/>
          <ac:cxnSpMkLst>
            <pc:docMk/>
            <pc:sldMk cId="1801289739" sldId="345"/>
            <ac:cxnSpMk id="25" creationId="{53F13D3A-2AC1-1A05-7469-8D745B99E5CE}"/>
          </ac:cxnSpMkLst>
        </pc:cxnChg>
        <pc:cxnChg chg="add mod">
          <ac:chgData name="Philippe Baucour" userId="5102170ae7533958" providerId="LiveId" clId="{C4634EC1-E8DC-4FAE-B843-C9AE3C4956A0}" dt="2025-12-14T17:56:59.555" v="5508" actId="1037"/>
          <ac:cxnSpMkLst>
            <pc:docMk/>
            <pc:sldMk cId="1801289739" sldId="345"/>
            <ac:cxnSpMk id="36" creationId="{4852EA69-A0CE-2D40-03E3-36DA36B68B26}"/>
          </ac:cxnSpMkLst>
        </pc:cxnChg>
        <pc:cxnChg chg="add mod">
          <ac:chgData name="Philippe Baucour" userId="5102170ae7533958" providerId="LiveId" clId="{C4634EC1-E8DC-4FAE-B843-C9AE3C4956A0}" dt="2025-12-14T18:10:44.142" v="5760" actId="12789"/>
          <ac:cxnSpMkLst>
            <pc:docMk/>
            <pc:sldMk cId="1801289739" sldId="345"/>
            <ac:cxnSpMk id="39" creationId="{D8F57987-9B61-872A-BA99-7902E5F9FAB1}"/>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71ECC3-BD70-4F1E-B981-43613CDB8BB8}" type="datetimeFigureOut">
              <a:rPr lang="fr-FR" smtClean="0"/>
              <a:t>17/12/2025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52ACDA-CAD7-4952-B2DF-2528E011DCB5}" type="slidenum">
              <a:rPr lang="fr-FR" smtClean="0"/>
              <a:t>‹N°›</a:t>
            </a:fld>
            <a:endParaRPr lang="fr-FR"/>
          </a:p>
        </p:txBody>
      </p:sp>
    </p:spTree>
    <p:extLst>
      <p:ext uri="{BB962C8B-B14F-4D97-AF65-F5344CB8AC3E}">
        <p14:creationId xmlns:p14="http://schemas.microsoft.com/office/powerpoint/2010/main" val="885973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975F9-F07D-3A49-48D2-AE423A6371D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E5907E1-DBD6-28B1-1A2B-21A1B05776C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B832A85-AC70-C6BE-98A7-99C7F4A338A4}"/>
              </a:ext>
            </a:extLst>
          </p:cNvPr>
          <p:cNvSpPr>
            <a:spLocks noGrp="1"/>
          </p:cNvSpPr>
          <p:nvPr>
            <p:ph type="body" idx="1"/>
          </p:nvPr>
        </p:nvSpPr>
        <p:spPr/>
        <p:txBody>
          <a:bodyPr/>
          <a:lstStyle/>
          <a:p>
            <a:pPr marL="457200" lvl="1" indent="0">
              <a:buFont typeface="Arial" panose="020B0604020202020204" pitchFamily="34" charset="0"/>
              <a:buNone/>
            </a:pPr>
            <a:r>
              <a:rPr lang="fr-FR" b="0" dirty="0">
                <a:solidFill>
                  <a:srgbClr val="CCCCCC"/>
                </a:solidFill>
                <a:effectLst/>
                <a:latin typeface="JetBrains Mono" panose="02000009000000000000" pitchFamily="49" charset="0"/>
              </a:rPr>
              <a:t>On évalue la justesse de la prédiction par rapport à la réalité</a:t>
            </a:r>
          </a:p>
          <a:p>
            <a:pPr marL="457200" lvl="1" indent="0">
              <a:buFont typeface="Arial" panose="020B0604020202020204" pitchFamily="34" charset="0"/>
              <a:buNone/>
            </a:pPr>
            <a:r>
              <a:rPr lang="fr-FR" b="0" dirty="0">
                <a:solidFill>
                  <a:srgbClr val="CCCCCC"/>
                </a:solidFill>
                <a:effectLst/>
                <a:latin typeface="JetBrains Mono" panose="02000009000000000000" pitchFamily="49" charset="0"/>
              </a:rPr>
              <a:t>La prédiction est NEGATIVE ou POSITIVE</a:t>
            </a:r>
          </a:p>
          <a:p>
            <a:pPr marL="457200" lvl="1" indent="0">
              <a:buFont typeface="Arial" panose="020B0604020202020204" pitchFamily="34" charset="0"/>
              <a:buNone/>
            </a:pPr>
            <a:r>
              <a:rPr lang="fr-FR" b="0" dirty="0">
                <a:solidFill>
                  <a:srgbClr val="CCCCCC"/>
                </a:solidFill>
                <a:effectLst/>
                <a:latin typeface="JetBrains Mono" panose="02000009000000000000" pitchFamily="49" charset="0"/>
              </a:rPr>
              <a:t>La réalité est NEGATIVE ou POSITIVE (même "unités" que la prédiction pour pouvoir les comparer)</a:t>
            </a:r>
          </a:p>
          <a:p>
            <a:pPr marL="457200" lvl="1" indent="0">
              <a:buFont typeface="Arial" panose="020B0604020202020204" pitchFamily="34" charset="0"/>
              <a:buNone/>
            </a:pPr>
            <a:r>
              <a:rPr lang="fr-FR" b="0" dirty="0">
                <a:solidFill>
                  <a:srgbClr val="CCCCCC"/>
                </a:solidFill>
                <a:effectLst/>
                <a:latin typeface="JetBrains Mono" panose="02000009000000000000" pitchFamily="49" charset="0"/>
              </a:rPr>
              <a:t>La justesse de la prédiction par rapport à la réalité est TRUE ou FALSE</a:t>
            </a:r>
          </a:p>
          <a:p>
            <a:pPr marL="457200" lvl="1" indent="0">
              <a:buFont typeface="Arial" panose="020B0604020202020204" pitchFamily="34" charset="0"/>
              <a:buNone/>
            </a:pPr>
            <a:endParaRPr lang="fr-FR" b="0" dirty="0">
              <a:solidFill>
                <a:srgbClr val="CCCCCC"/>
              </a:solidFill>
              <a:effectLst/>
              <a:latin typeface="JetBrains Mono" panose="02000009000000000000" pitchFamily="49" charset="0"/>
            </a:endParaRPr>
          </a:p>
          <a:p>
            <a:pPr marL="457200" lvl="1" indent="0">
              <a:buFont typeface="Arial" panose="020B0604020202020204" pitchFamily="34" charset="0"/>
              <a:buNone/>
            </a:pPr>
            <a:r>
              <a:rPr lang="fr-FR" dirty="0"/>
              <a:t>Le truc que je n'avais jamais compris c'est que dans chaque case on va indiquer si la prédiction est juste (TRUE) ou pas (FALSE) et c'est ça qu'on va utiliser comme première lettre dans chaque case. </a:t>
            </a:r>
            <a:br>
              <a:rPr lang="fr-FR" dirty="0"/>
            </a:br>
            <a:br>
              <a:rPr lang="fr-FR" dirty="0"/>
            </a:br>
            <a:r>
              <a:rPr lang="fr-FR" dirty="0"/>
              <a:t>Prédiction P et Réalité P : en bas à droite. La prédiction est donc juste. J'écris T puis P (car la prédiction c'est P)  </a:t>
            </a:r>
          </a:p>
          <a:p>
            <a:pPr marL="457200" lvl="1" indent="0">
              <a:buFont typeface="Arial" panose="020B0604020202020204" pitchFamily="34" charset="0"/>
              <a:buNone/>
            </a:pPr>
            <a:r>
              <a:rPr lang="fr-FR" dirty="0"/>
              <a:t>Prédiction P et Réalité N : en haut à droite. La prédiction est donc fausse. J'écris F puis P (car la prédiction c'est P)  </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dirty="0"/>
              <a:t>Prédiction N et Réalité N : en haut à gauche. La prédiction est donc juste. J'écris T puis N (car la prédiction c'est N)  </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dirty="0"/>
              <a:t>Prédiction N et Réalité P : en bas à gauche. La prédiction est donc fausse. J'écris F puis N (car la prédiction c'est N)  </a:t>
            </a:r>
          </a:p>
          <a:p>
            <a:pPr marL="457200" lvl="1" indent="0">
              <a:buFont typeface="Arial" panose="020B0604020202020204" pitchFamily="34" charset="0"/>
              <a:buNone/>
            </a:pPr>
            <a:endParaRPr lang="fr-FR" dirty="0"/>
          </a:p>
          <a:p>
            <a:pPr marL="457200" lvl="1" indent="0">
              <a:buFont typeface="Arial" panose="020B0604020202020204" pitchFamily="34" charset="0"/>
              <a:buNone/>
            </a:pPr>
            <a:r>
              <a:rPr lang="fr-FR" dirty="0"/>
              <a:t>On remarque que sur la première diagonale (haut gauche vers bas droit) les prédictions collent à la réalité et donc on a T en première lettre </a:t>
            </a:r>
          </a:p>
          <a:p>
            <a:pPr marL="457200" lvl="1" indent="0">
              <a:buFont typeface="Arial" panose="020B0604020202020204" pitchFamily="34" charset="0"/>
              <a:buNone/>
            </a:pPr>
            <a:r>
              <a:rPr lang="fr-FR" dirty="0"/>
              <a:t>Sur l'autre diagonale on a que des F car les prédictions sont incorrectes.</a:t>
            </a:r>
          </a:p>
          <a:p>
            <a:pPr marL="457200" lvl="1" indent="0">
              <a:buFont typeface="Arial" panose="020B0604020202020204" pitchFamily="34" charset="0"/>
              <a:buNone/>
            </a:pPr>
            <a:endParaRPr lang="fr-FR" dirty="0"/>
          </a:p>
          <a:p>
            <a:pPr marL="457200" lvl="1" indent="0">
              <a:buFont typeface="Arial" panose="020B0604020202020204" pitchFamily="34" charset="0"/>
              <a:buNone/>
            </a:pPr>
            <a:r>
              <a:rPr lang="fr-FR" dirty="0"/>
              <a:t>La matrice c'est une matrice Réalité x Prédictions </a:t>
            </a:r>
            <a:r>
              <a:rPr lang="fr-FR" b="1" dirty="0"/>
              <a:t>MAIS</a:t>
            </a:r>
            <a:r>
              <a:rPr lang="fr-FR" dirty="0"/>
              <a:t> dans les cases on affiche [JUSTESSE + PREDICTION]</a:t>
            </a:r>
          </a:p>
          <a:p>
            <a:pPr marL="457200" lvl="1" indent="0">
              <a:buFont typeface="Arial" panose="020B0604020202020204" pitchFamily="34" charset="0"/>
              <a:buNone/>
            </a:pPr>
            <a:endParaRPr lang="fr-FR" b="0" dirty="0">
              <a:solidFill>
                <a:srgbClr val="CCCCCC"/>
              </a:solidFill>
              <a:effectLst/>
              <a:latin typeface="JetBrains Mono" panose="02000009000000000000" pitchFamily="49" charset="0"/>
            </a:endParaRPr>
          </a:p>
        </p:txBody>
      </p:sp>
      <p:sp>
        <p:nvSpPr>
          <p:cNvPr id="4" name="Espace réservé du numéro de diapositive 3">
            <a:extLst>
              <a:ext uri="{FF2B5EF4-FFF2-40B4-BE49-F238E27FC236}">
                <a16:creationId xmlns:a16="http://schemas.microsoft.com/office/drawing/2014/main" id="{E98951F6-CFF0-99A0-264E-2DD6B1EC032B}"/>
              </a:ext>
            </a:extLst>
          </p:cNvPr>
          <p:cNvSpPr>
            <a:spLocks noGrp="1"/>
          </p:cNvSpPr>
          <p:nvPr>
            <p:ph type="sldNum" sz="quarter" idx="5"/>
          </p:nvPr>
        </p:nvSpPr>
        <p:spPr/>
        <p:txBody>
          <a:bodyPr/>
          <a:lstStyle/>
          <a:p>
            <a:fld id="{CA52ACDA-CAD7-4952-B2DF-2528E011DCB5}" type="slidenum">
              <a:rPr lang="fr-FR" smtClean="0"/>
              <a:t>1</a:t>
            </a:fld>
            <a:endParaRPr lang="fr-FR"/>
          </a:p>
        </p:txBody>
      </p:sp>
    </p:spTree>
    <p:extLst>
      <p:ext uri="{BB962C8B-B14F-4D97-AF65-F5344CB8AC3E}">
        <p14:creationId xmlns:p14="http://schemas.microsoft.com/office/powerpoint/2010/main" val="719190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E0061-92E2-028D-F47A-0616124C41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06FDDE0-8A84-A731-CB1E-80E6F0B5728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93DE5FB-1C07-8794-FBA3-6730103FB443}"/>
              </a:ext>
            </a:extLst>
          </p:cNvPr>
          <p:cNvSpPr>
            <a:spLocks noGrp="1"/>
          </p:cNvSpPr>
          <p:nvPr>
            <p:ph type="body" idx="1"/>
          </p:nvPr>
        </p:nvSpPr>
        <p:spPr/>
        <p:txBody>
          <a:bodyPr/>
          <a:lstStyle/>
          <a:p>
            <a:pPr marL="457200" lvl="1" indent="0">
              <a:buFont typeface="Arial" panose="020B0604020202020204" pitchFamily="34" charset="0"/>
              <a:buNone/>
            </a:pPr>
            <a:endParaRPr lang="fr-FR" b="0" dirty="0">
              <a:solidFill>
                <a:srgbClr val="CCCCCC"/>
              </a:solidFill>
              <a:effectLst/>
              <a:latin typeface="JetBrains Mono" panose="02000009000000000000" pitchFamily="49" charset="0"/>
            </a:endParaRPr>
          </a:p>
          <a:p>
            <a:pPr marL="457200" lvl="1" indent="0">
              <a:buFont typeface="Arial" panose="020B0604020202020204" pitchFamily="34" charset="0"/>
              <a:buNone/>
            </a:pPr>
            <a:r>
              <a:rPr lang="fr-FR" b="0" dirty="0">
                <a:solidFill>
                  <a:srgbClr val="CCCCCC"/>
                </a:solidFill>
                <a:effectLst/>
                <a:latin typeface="JetBrains Mono" panose="02000009000000000000" pitchFamily="49" charset="0"/>
              </a:rPr>
              <a:t>TP : la prédiction est        bonne que la carte est frauduleuse - BIEN</a:t>
            </a:r>
          </a:p>
          <a:p>
            <a:pPr marL="457200" lvl="1" indent="0">
              <a:buFont typeface="Arial" panose="020B0604020202020204" pitchFamily="34" charset="0"/>
              <a:buNone/>
            </a:pPr>
            <a:r>
              <a:rPr lang="fr-FR" b="0" dirty="0">
                <a:solidFill>
                  <a:srgbClr val="CCCCCC"/>
                </a:solidFill>
                <a:effectLst/>
                <a:latin typeface="JetBrains Mono" panose="02000009000000000000" pitchFamily="49" charset="0"/>
              </a:rPr>
              <a:t>FP : la prédiction est pas bonne que la carte est frauduleuse - GÊNANT</a:t>
            </a:r>
          </a:p>
          <a:p>
            <a:pPr marL="457200" lvl="1" indent="0">
              <a:buFont typeface="Arial" panose="020B0604020202020204" pitchFamily="34" charset="0"/>
              <a:buNone/>
            </a:pPr>
            <a:endParaRPr lang="fr-FR" b="0" dirty="0">
              <a:solidFill>
                <a:srgbClr val="CCCCCC"/>
              </a:solidFill>
              <a:effectLst/>
              <a:latin typeface="JetBrains Mono" panose="02000009000000000000" pitchFamily="49" charset="0"/>
            </a:endParaRPr>
          </a:p>
          <a:p>
            <a:pPr marL="457200" lvl="1" indent="0">
              <a:buFont typeface="Arial" panose="020B0604020202020204" pitchFamily="34" charset="0"/>
              <a:buNone/>
            </a:pPr>
            <a:r>
              <a:rPr lang="fr-FR" b="0" dirty="0">
                <a:solidFill>
                  <a:srgbClr val="CCCCCC"/>
                </a:solidFill>
                <a:effectLst/>
                <a:latin typeface="JetBrains Mono" panose="02000009000000000000" pitchFamily="49" charset="0"/>
              </a:rPr>
              <a:t>TN : la prédiction est        bonne que la carte n'est pas frauduleuse - BIEN</a:t>
            </a:r>
          </a:p>
          <a:p>
            <a:pPr marL="457200" lvl="1" indent="0">
              <a:buFont typeface="Arial" panose="020B0604020202020204" pitchFamily="34" charset="0"/>
              <a:buNone/>
            </a:pPr>
            <a:r>
              <a:rPr lang="fr-FR" b="0" dirty="0">
                <a:solidFill>
                  <a:srgbClr val="CCCCCC"/>
                </a:solidFill>
                <a:effectLst/>
                <a:latin typeface="JetBrains Mono" panose="02000009000000000000" pitchFamily="49" charset="0"/>
              </a:rPr>
              <a:t>FN : la prédiction est pas bonne que la carte n'est pas frauduleuse - DANGER</a:t>
            </a:r>
          </a:p>
        </p:txBody>
      </p:sp>
      <p:sp>
        <p:nvSpPr>
          <p:cNvPr id="4" name="Espace réservé du numéro de diapositive 3">
            <a:extLst>
              <a:ext uri="{FF2B5EF4-FFF2-40B4-BE49-F238E27FC236}">
                <a16:creationId xmlns:a16="http://schemas.microsoft.com/office/drawing/2014/main" id="{09465776-3FC3-45C4-8D9D-B57CDB3E85CE}"/>
              </a:ext>
            </a:extLst>
          </p:cNvPr>
          <p:cNvSpPr>
            <a:spLocks noGrp="1"/>
          </p:cNvSpPr>
          <p:nvPr>
            <p:ph type="sldNum" sz="quarter" idx="5"/>
          </p:nvPr>
        </p:nvSpPr>
        <p:spPr/>
        <p:txBody>
          <a:bodyPr/>
          <a:lstStyle/>
          <a:p>
            <a:fld id="{CA52ACDA-CAD7-4952-B2DF-2528E011DCB5}" type="slidenum">
              <a:rPr lang="fr-FR" smtClean="0"/>
              <a:t>2</a:t>
            </a:fld>
            <a:endParaRPr lang="fr-FR"/>
          </a:p>
        </p:txBody>
      </p:sp>
    </p:spTree>
    <p:extLst>
      <p:ext uri="{BB962C8B-B14F-4D97-AF65-F5344CB8AC3E}">
        <p14:creationId xmlns:p14="http://schemas.microsoft.com/office/powerpoint/2010/main" val="3570506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noProof="0" dirty="0">
                <a:solidFill>
                  <a:srgbClr val="0C0D0E"/>
                </a:solidFill>
                <a:effectLst/>
                <a:latin typeface="-apple-system"/>
              </a:rPr>
              <a:t>Pour les </a:t>
            </a:r>
            <a:r>
              <a:rPr lang="fr-FR" b="1" i="0" noProof="0" dirty="0">
                <a:solidFill>
                  <a:srgbClr val="0C0D0E"/>
                </a:solidFill>
                <a:effectLst/>
                <a:latin typeface="-apple-system"/>
              </a:rPr>
              <a:t>classifications</a:t>
            </a:r>
          </a:p>
          <a:p>
            <a:endParaRPr lang="fr-FR" b="1" i="0" noProof="0" dirty="0">
              <a:solidFill>
                <a:srgbClr val="0C0D0E"/>
              </a:solidFill>
              <a:effectLst/>
              <a:latin typeface="-apple-system"/>
            </a:endParaRPr>
          </a:p>
          <a:p>
            <a:r>
              <a:rPr lang="fr-FR" b="0" i="0" noProof="0" dirty="0">
                <a:solidFill>
                  <a:srgbClr val="0C0D0E"/>
                </a:solidFill>
                <a:effectLst/>
                <a:latin typeface="-apple-system"/>
              </a:rPr>
              <a:t>C'est important de choisir si on veut favoriser le Recall ou la </a:t>
            </a:r>
            <a:r>
              <a:rPr lang="fr-FR" b="0" i="0" noProof="0" dirty="0" err="1">
                <a:solidFill>
                  <a:srgbClr val="0C0D0E"/>
                </a:solidFill>
                <a:effectLst/>
                <a:latin typeface="-apple-system"/>
              </a:rPr>
              <a:t>Precision</a:t>
            </a:r>
            <a:r>
              <a:rPr lang="fr-FR" b="0" i="0" noProof="0" dirty="0">
                <a:solidFill>
                  <a:srgbClr val="0C0D0E"/>
                </a:solidFill>
                <a:effectLst/>
                <a:latin typeface="-apple-system"/>
              </a:rPr>
              <a:t> car c'est le métrique dont on va suivre l'évolue lors des runs successifs</a:t>
            </a:r>
          </a:p>
          <a:p>
            <a:r>
              <a:rPr lang="fr-FR" b="0" i="0" noProof="0" dirty="0">
                <a:solidFill>
                  <a:srgbClr val="0C0D0E"/>
                </a:solidFill>
                <a:effectLst/>
                <a:latin typeface="-apple-system"/>
              </a:rPr>
              <a:t>Si on veut pas choisir entre </a:t>
            </a:r>
            <a:r>
              <a:rPr lang="fr-FR" b="0" i="0" noProof="0" dirty="0" err="1">
                <a:solidFill>
                  <a:srgbClr val="0C0D0E"/>
                </a:solidFill>
                <a:effectLst/>
                <a:latin typeface="-apple-system"/>
              </a:rPr>
              <a:t>Precision</a:t>
            </a:r>
            <a:r>
              <a:rPr lang="fr-FR" b="0" i="0" noProof="0" dirty="0">
                <a:solidFill>
                  <a:srgbClr val="0C0D0E"/>
                </a:solidFill>
                <a:effectLst/>
                <a:latin typeface="-apple-system"/>
              </a:rPr>
              <a:t> et Recall, prendre F1 Score</a:t>
            </a:r>
          </a:p>
          <a:p>
            <a:endParaRPr lang="fr-FR" b="0" i="0" noProof="0" dirty="0">
              <a:solidFill>
                <a:srgbClr val="0C0D0E"/>
              </a:solidFill>
              <a:effectLst/>
              <a:latin typeface="-apple-system"/>
            </a:endParaRPr>
          </a:p>
          <a:p>
            <a:r>
              <a:rPr lang="fr-FR" b="1" i="0" noProof="0" dirty="0">
                <a:solidFill>
                  <a:srgbClr val="0C0D0E"/>
                </a:solidFill>
                <a:effectLst/>
                <a:latin typeface="-apple-system"/>
              </a:rPr>
              <a:t>Recall</a:t>
            </a:r>
            <a:r>
              <a:rPr lang="fr-FR" b="0" i="0" noProof="0" dirty="0">
                <a:solidFill>
                  <a:srgbClr val="0C0D0E"/>
                </a:solidFill>
                <a:effectLst/>
                <a:latin typeface="-apple-system"/>
              </a:rPr>
              <a:t> </a:t>
            </a:r>
            <a:r>
              <a:rPr lang="fr-FR" b="0" i="0" noProof="0" dirty="0" err="1">
                <a:solidFill>
                  <a:srgbClr val="0C0D0E"/>
                </a:solidFill>
                <a:effectLst/>
                <a:latin typeface="-apple-system"/>
              </a:rPr>
              <a:t>means</a:t>
            </a:r>
            <a:r>
              <a:rPr lang="fr-FR" b="0" i="0" noProof="0" dirty="0">
                <a:solidFill>
                  <a:srgbClr val="0C0D0E"/>
                </a:solidFill>
                <a:effectLst/>
                <a:latin typeface="-apple-system"/>
              </a:rPr>
              <a:t> to </a:t>
            </a:r>
            <a:r>
              <a:rPr lang="fr-FR" b="0" i="0" noProof="0" dirty="0" err="1">
                <a:solidFill>
                  <a:srgbClr val="0C0D0E"/>
                </a:solidFill>
                <a:effectLst/>
                <a:latin typeface="-apple-system"/>
              </a:rPr>
              <a:t>bring</a:t>
            </a:r>
            <a:r>
              <a:rPr lang="fr-FR" b="0" i="0" noProof="0" dirty="0">
                <a:solidFill>
                  <a:srgbClr val="0C0D0E"/>
                </a:solidFill>
                <a:effectLst/>
                <a:latin typeface="-apple-system"/>
              </a:rPr>
              <a:t> back or </a:t>
            </a:r>
            <a:r>
              <a:rPr lang="fr-FR" b="0" i="0" noProof="0" dirty="0" err="1">
                <a:solidFill>
                  <a:srgbClr val="0C0D0E"/>
                </a:solidFill>
                <a:effectLst/>
                <a:latin typeface="-apple-system"/>
              </a:rPr>
              <a:t>remember</a:t>
            </a:r>
            <a:r>
              <a:rPr lang="fr-FR" b="0" i="0" noProof="0" dirty="0">
                <a:solidFill>
                  <a:srgbClr val="0C0D0E"/>
                </a:solidFill>
                <a:effectLst/>
                <a:latin typeface="-apple-system"/>
              </a:rPr>
              <a:t>. </a:t>
            </a:r>
          </a:p>
          <a:p>
            <a:r>
              <a:rPr lang="fr-FR" b="0" i="0" noProof="0" dirty="0">
                <a:solidFill>
                  <a:srgbClr val="0C0D0E"/>
                </a:solidFill>
                <a:effectLst/>
                <a:latin typeface="-apple-system"/>
              </a:rPr>
              <a:t>The </a:t>
            </a:r>
            <a:r>
              <a:rPr lang="fr-FR" b="0" i="0" noProof="0" dirty="0" err="1">
                <a:solidFill>
                  <a:srgbClr val="0C0D0E"/>
                </a:solidFill>
                <a:effectLst/>
                <a:latin typeface="-apple-system"/>
              </a:rPr>
              <a:t>terminology</a:t>
            </a:r>
            <a:r>
              <a:rPr lang="fr-FR" b="0" i="0" noProof="0" dirty="0">
                <a:solidFill>
                  <a:srgbClr val="0C0D0E"/>
                </a:solidFill>
                <a:effectLst/>
                <a:latin typeface="-apple-system"/>
              </a:rPr>
              <a:t> </a:t>
            </a:r>
            <a:r>
              <a:rPr lang="fr-FR" b="0" i="0" noProof="0" dirty="0" err="1">
                <a:solidFill>
                  <a:srgbClr val="0C0D0E"/>
                </a:solidFill>
                <a:effectLst/>
                <a:latin typeface="-apple-system"/>
              </a:rPr>
              <a:t>comes</a:t>
            </a:r>
            <a:r>
              <a:rPr lang="fr-FR" b="0" i="0" noProof="0" dirty="0">
                <a:solidFill>
                  <a:srgbClr val="0C0D0E"/>
                </a:solidFill>
                <a:effectLst/>
                <a:latin typeface="-apple-system"/>
              </a:rPr>
              <a:t> </a:t>
            </a:r>
            <a:r>
              <a:rPr lang="fr-FR" b="0" i="0" noProof="0" dirty="0" err="1">
                <a:solidFill>
                  <a:srgbClr val="0C0D0E"/>
                </a:solidFill>
                <a:effectLst/>
                <a:latin typeface="-apple-system"/>
              </a:rPr>
              <a:t>from</a:t>
            </a:r>
            <a:r>
              <a:rPr lang="fr-FR" b="0" i="0" noProof="0" dirty="0">
                <a:solidFill>
                  <a:srgbClr val="0C0D0E"/>
                </a:solidFill>
                <a:effectLst/>
                <a:latin typeface="-apple-system"/>
              </a:rPr>
              <a:t> information </a:t>
            </a:r>
            <a:r>
              <a:rPr lang="fr-FR" b="0" i="0" noProof="0" dirty="0" err="1">
                <a:solidFill>
                  <a:srgbClr val="0C0D0E"/>
                </a:solidFill>
                <a:effectLst/>
                <a:latin typeface="-apple-system"/>
              </a:rPr>
              <a:t>retrieval</a:t>
            </a:r>
            <a:r>
              <a:rPr lang="fr-FR" b="0" i="0" noProof="0" dirty="0">
                <a:solidFill>
                  <a:srgbClr val="0C0D0E"/>
                </a:solidFill>
                <a:effectLst/>
                <a:latin typeface="-apple-system"/>
              </a:rPr>
              <a:t> </a:t>
            </a:r>
            <a:r>
              <a:rPr lang="fr-FR" b="0" i="0" noProof="0" dirty="0" err="1">
                <a:solidFill>
                  <a:srgbClr val="0C0D0E"/>
                </a:solidFill>
                <a:effectLst/>
                <a:latin typeface="-apple-system"/>
              </a:rPr>
              <a:t>where</a:t>
            </a:r>
            <a:r>
              <a:rPr lang="fr-FR" b="0" i="0" noProof="0" dirty="0">
                <a:solidFill>
                  <a:srgbClr val="0C0D0E"/>
                </a:solidFill>
                <a:effectLst/>
                <a:latin typeface="-apple-system"/>
              </a:rPr>
              <a:t> </a:t>
            </a:r>
            <a:r>
              <a:rPr lang="fr-FR" b="0" i="0" noProof="0" dirty="0" err="1">
                <a:solidFill>
                  <a:srgbClr val="0C0D0E"/>
                </a:solidFill>
                <a:effectLst/>
                <a:latin typeface="-apple-system"/>
              </a:rPr>
              <a:t>it's</a:t>
            </a:r>
            <a:r>
              <a:rPr lang="fr-FR" b="0" i="0" noProof="0" dirty="0">
                <a:solidFill>
                  <a:srgbClr val="0C0D0E"/>
                </a:solidFill>
                <a:effectLst/>
                <a:latin typeface="-apple-system"/>
              </a:rPr>
              <a:t> </a:t>
            </a:r>
            <a:r>
              <a:rPr lang="fr-FR" b="0" i="0" noProof="0" dirty="0" err="1">
                <a:solidFill>
                  <a:srgbClr val="0C0D0E"/>
                </a:solidFill>
                <a:effectLst/>
                <a:latin typeface="-apple-system"/>
              </a:rPr>
              <a:t>usually</a:t>
            </a:r>
            <a:r>
              <a:rPr lang="fr-FR" b="0" i="0" noProof="0" dirty="0">
                <a:solidFill>
                  <a:srgbClr val="0C0D0E"/>
                </a:solidFill>
                <a:effectLst/>
                <a:latin typeface="-apple-system"/>
              </a:rPr>
              <a:t> </a:t>
            </a:r>
            <a:r>
              <a:rPr lang="fr-FR" b="0" i="0" noProof="0" dirty="0" err="1">
                <a:solidFill>
                  <a:srgbClr val="0C0D0E"/>
                </a:solidFill>
                <a:effectLst/>
                <a:latin typeface="-apple-system"/>
              </a:rPr>
              <a:t>being</a:t>
            </a:r>
            <a:r>
              <a:rPr lang="fr-FR" b="0" i="0" noProof="0" dirty="0">
                <a:solidFill>
                  <a:srgbClr val="0C0D0E"/>
                </a:solidFill>
                <a:effectLst/>
                <a:latin typeface="-apple-system"/>
              </a:rPr>
              <a:t> </a:t>
            </a:r>
            <a:r>
              <a:rPr lang="fr-FR" b="0" i="0" noProof="0" dirty="0" err="1">
                <a:solidFill>
                  <a:srgbClr val="0C0D0E"/>
                </a:solidFill>
                <a:effectLst/>
                <a:latin typeface="-apple-system"/>
              </a:rPr>
              <a:t>applied</a:t>
            </a:r>
            <a:r>
              <a:rPr lang="fr-FR" b="0" i="0" noProof="0" dirty="0">
                <a:solidFill>
                  <a:srgbClr val="0C0D0E"/>
                </a:solidFill>
                <a:effectLst/>
                <a:latin typeface="-apple-system"/>
              </a:rPr>
              <a:t> to a </a:t>
            </a:r>
            <a:r>
              <a:rPr lang="fr-FR" b="0" i="0" noProof="0" dirty="0" err="1">
                <a:solidFill>
                  <a:srgbClr val="0C0D0E"/>
                </a:solidFill>
                <a:effectLst/>
                <a:latin typeface="-apple-system"/>
              </a:rPr>
              <a:t>result</a:t>
            </a:r>
            <a:r>
              <a:rPr lang="fr-FR" b="0" i="0" noProof="0" dirty="0">
                <a:solidFill>
                  <a:srgbClr val="0C0D0E"/>
                </a:solidFill>
                <a:effectLst/>
                <a:latin typeface="-apple-system"/>
              </a:rPr>
              <a:t> set </a:t>
            </a:r>
            <a:r>
              <a:rPr lang="fr-FR" b="0" i="0" noProof="0" dirty="0" err="1">
                <a:solidFill>
                  <a:srgbClr val="0C0D0E"/>
                </a:solidFill>
                <a:effectLst/>
                <a:latin typeface="-apple-system"/>
              </a:rPr>
              <a:t>from</a:t>
            </a:r>
            <a:r>
              <a:rPr lang="fr-FR" b="0" i="0" noProof="0" dirty="0">
                <a:solidFill>
                  <a:srgbClr val="0C0D0E"/>
                </a:solidFill>
                <a:effectLst/>
                <a:latin typeface="-apple-system"/>
              </a:rPr>
              <a:t> a </a:t>
            </a:r>
            <a:r>
              <a:rPr lang="fr-FR" b="0" i="0" noProof="0" dirty="0" err="1">
                <a:solidFill>
                  <a:srgbClr val="0C0D0E"/>
                </a:solidFill>
                <a:effectLst/>
                <a:latin typeface="-apple-system"/>
              </a:rPr>
              <a:t>query</a:t>
            </a:r>
            <a:r>
              <a:rPr lang="fr-FR" b="0" i="0" noProof="0" dirty="0">
                <a:solidFill>
                  <a:srgbClr val="0C0D0E"/>
                </a:solidFill>
                <a:effectLst/>
                <a:latin typeface="-apple-system"/>
              </a:rPr>
              <a:t>. </a:t>
            </a:r>
          </a:p>
          <a:p>
            <a:r>
              <a:rPr lang="fr-FR" b="0" i="0" noProof="0" dirty="0">
                <a:solidFill>
                  <a:srgbClr val="0C0D0E"/>
                </a:solidFill>
                <a:effectLst/>
                <a:latin typeface="-apple-system"/>
              </a:rPr>
              <a:t>The </a:t>
            </a:r>
            <a:r>
              <a:rPr lang="fr-FR" b="0" i="0" noProof="0" dirty="0" err="1">
                <a:solidFill>
                  <a:srgbClr val="0C0D0E"/>
                </a:solidFill>
                <a:effectLst/>
                <a:latin typeface="-apple-system"/>
              </a:rPr>
              <a:t>sense</a:t>
            </a:r>
            <a:r>
              <a:rPr lang="fr-FR" b="0" i="0" noProof="0" dirty="0">
                <a:solidFill>
                  <a:srgbClr val="0C0D0E"/>
                </a:solidFill>
                <a:effectLst/>
                <a:latin typeface="-apple-system"/>
              </a:rPr>
              <a:t> of </a:t>
            </a:r>
            <a:r>
              <a:rPr lang="fr-FR" b="0" i="0" noProof="0" dirty="0" err="1">
                <a:solidFill>
                  <a:srgbClr val="0C0D0E"/>
                </a:solidFill>
                <a:effectLst/>
                <a:latin typeface="-apple-system"/>
              </a:rPr>
              <a:t>it</a:t>
            </a:r>
            <a:r>
              <a:rPr lang="fr-FR" b="0" i="0" noProof="0" dirty="0">
                <a:solidFill>
                  <a:srgbClr val="0C0D0E"/>
                </a:solidFill>
                <a:effectLst/>
                <a:latin typeface="-apple-system"/>
              </a:rPr>
              <a:t> </a:t>
            </a:r>
            <a:r>
              <a:rPr lang="fr-FR" b="0" i="0" noProof="0" dirty="0" err="1">
                <a:solidFill>
                  <a:srgbClr val="0C0D0E"/>
                </a:solidFill>
                <a:effectLst/>
                <a:latin typeface="-apple-system"/>
              </a:rPr>
              <a:t>is</a:t>
            </a:r>
            <a:r>
              <a:rPr lang="fr-FR" b="0" i="0" noProof="0" dirty="0">
                <a:solidFill>
                  <a:srgbClr val="0C0D0E"/>
                </a:solidFill>
                <a:effectLst/>
                <a:latin typeface="-apple-system"/>
              </a:rPr>
              <a:t> : how </a:t>
            </a:r>
            <a:r>
              <a:rPr lang="fr-FR" b="0" i="0" noProof="0" dirty="0" err="1">
                <a:solidFill>
                  <a:srgbClr val="0C0D0E"/>
                </a:solidFill>
                <a:effectLst/>
                <a:latin typeface="-apple-system"/>
              </a:rPr>
              <a:t>much</a:t>
            </a:r>
            <a:r>
              <a:rPr lang="fr-FR" b="0" i="0" noProof="0" dirty="0">
                <a:solidFill>
                  <a:srgbClr val="0C0D0E"/>
                </a:solidFill>
                <a:effectLst/>
                <a:latin typeface="-apple-system"/>
              </a:rPr>
              <a:t> of the set of right </a:t>
            </a:r>
            <a:r>
              <a:rPr lang="fr-FR" b="0" i="0" noProof="0" dirty="0" err="1">
                <a:solidFill>
                  <a:srgbClr val="0C0D0E"/>
                </a:solidFill>
                <a:effectLst/>
                <a:latin typeface="-apple-system"/>
              </a:rPr>
              <a:t>answers</a:t>
            </a:r>
            <a:r>
              <a:rPr lang="fr-FR" b="0" i="0" noProof="0" dirty="0">
                <a:solidFill>
                  <a:srgbClr val="0C0D0E"/>
                </a:solidFill>
                <a:effectLst/>
                <a:latin typeface="-apple-system"/>
              </a:rPr>
              <a:t> </a:t>
            </a:r>
            <a:r>
              <a:rPr lang="fr-FR" b="0" i="0" noProof="0" dirty="0" err="1">
                <a:solidFill>
                  <a:srgbClr val="0C0D0E"/>
                </a:solidFill>
                <a:effectLst/>
                <a:latin typeface="-apple-system"/>
              </a:rPr>
              <a:t>was</a:t>
            </a:r>
            <a:r>
              <a:rPr lang="fr-FR" b="0" i="0" noProof="0" dirty="0">
                <a:solidFill>
                  <a:srgbClr val="0C0D0E"/>
                </a:solidFill>
                <a:effectLst/>
                <a:latin typeface="-apple-system"/>
              </a:rPr>
              <a:t> </a:t>
            </a:r>
            <a:r>
              <a:rPr lang="fr-FR" b="0" i="0" noProof="0" dirty="0" err="1">
                <a:solidFill>
                  <a:srgbClr val="0C0D0E"/>
                </a:solidFill>
                <a:effectLst/>
                <a:latin typeface="-apple-system"/>
              </a:rPr>
              <a:t>retrieved</a:t>
            </a:r>
            <a:r>
              <a:rPr lang="fr-FR" b="0" i="0" noProof="0" dirty="0">
                <a:solidFill>
                  <a:srgbClr val="0C0D0E"/>
                </a:solidFill>
                <a:effectLst/>
                <a:latin typeface="-apple-system"/>
              </a:rPr>
              <a:t> by the </a:t>
            </a:r>
            <a:r>
              <a:rPr lang="fr-FR" b="0" i="0" noProof="0" dirty="0" err="1">
                <a:solidFill>
                  <a:srgbClr val="0C0D0E"/>
                </a:solidFill>
                <a:effectLst/>
                <a:latin typeface="-apple-system"/>
              </a:rPr>
              <a:t>query</a:t>
            </a:r>
            <a:r>
              <a:rPr lang="fr-FR" b="0" i="0" noProof="0" dirty="0">
                <a:solidFill>
                  <a:srgbClr val="0C0D0E"/>
                </a:solidFill>
                <a:effectLst/>
                <a:latin typeface="-apple-system"/>
              </a:rPr>
              <a:t>? How </a:t>
            </a:r>
            <a:r>
              <a:rPr lang="fr-FR" b="0" i="0" noProof="0" dirty="0" err="1">
                <a:solidFill>
                  <a:srgbClr val="0C0D0E"/>
                </a:solidFill>
                <a:effectLst/>
                <a:latin typeface="-apple-system"/>
              </a:rPr>
              <a:t>much</a:t>
            </a:r>
            <a:r>
              <a:rPr lang="fr-FR" b="0" i="0" noProof="0" dirty="0">
                <a:solidFill>
                  <a:srgbClr val="0C0D0E"/>
                </a:solidFill>
                <a:effectLst/>
                <a:latin typeface="-apple-system"/>
              </a:rPr>
              <a:t> of </a:t>
            </a:r>
            <a:r>
              <a:rPr lang="fr-FR" b="0" i="0" noProof="0" dirty="0" err="1">
                <a:solidFill>
                  <a:srgbClr val="0C0D0E"/>
                </a:solidFill>
                <a:effectLst/>
                <a:latin typeface="-apple-system"/>
              </a:rPr>
              <a:t>it</a:t>
            </a:r>
            <a:r>
              <a:rPr lang="fr-FR" b="0" i="0" noProof="0" dirty="0">
                <a:solidFill>
                  <a:srgbClr val="0C0D0E"/>
                </a:solidFill>
                <a:effectLst/>
                <a:latin typeface="-apple-system"/>
              </a:rPr>
              <a:t> </a:t>
            </a:r>
            <a:r>
              <a:rPr lang="fr-FR" b="0" i="0" noProof="0" dirty="0" err="1">
                <a:solidFill>
                  <a:srgbClr val="0C0D0E"/>
                </a:solidFill>
                <a:effectLst/>
                <a:latin typeface="-apple-system"/>
              </a:rPr>
              <a:t>was</a:t>
            </a:r>
            <a:r>
              <a:rPr lang="fr-FR" b="0" i="0" noProof="0" dirty="0">
                <a:solidFill>
                  <a:srgbClr val="0C0D0E"/>
                </a:solidFill>
                <a:effectLst/>
                <a:latin typeface="-apple-system"/>
              </a:rPr>
              <a:t> </a:t>
            </a:r>
            <a:r>
              <a:rPr lang="fr-FR" b="0" i="0" noProof="0" dirty="0" err="1">
                <a:solidFill>
                  <a:srgbClr val="0C0D0E"/>
                </a:solidFill>
                <a:effectLst/>
                <a:latin typeface="-apple-system"/>
              </a:rPr>
              <a:t>recalled</a:t>
            </a:r>
            <a:r>
              <a:rPr lang="fr-FR" b="0" i="0" noProof="0" dirty="0">
                <a:solidFill>
                  <a:srgbClr val="0C0D0E"/>
                </a:solidFill>
                <a:effectLst/>
                <a:latin typeface="-apple-system"/>
              </a:rPr>
              <a:t>?</a:t>
            </a:r>
          </a:p>
          <a:p>
            <a:endParaRPr lang="fr-FR" b="0" i="0" noProof="0" dirty="0">
              <a:solidFill>
                <a:srgbClr val="0C0D0E"/>
              </a:solidFill>
              <a:effectLst/>
              <a:latin typeface="-apple-system"/>
            </a:endParaRPr>
          </a:p>
          <a:p>
            <a:r>
              <a:rPr lang="fr-FR" b="1" i="0" noProof="0" dirty="0">
                <a:solidFill>
                  <a:srgbClr val="0C0D0E"/>
                </a:solidFill>
                <a:effectLst/>
                <a:latin typeface="-apple-system"/>
              </a:rPr>
              <a:t>F1 score </a:t>
            </a:r>
          </a:p>
          <a:p>
            <a:r>
              <a:rPr lang="fr-FR" b="0" i="0" noProof="0" dirty="0">
                <a:solidFill>
                  <a:srgbClr val="0C0D0E"/>
                </a:solidFill>
                <a:effectLst/>
                <a:latin typeface="-apple-system"/>
              </a:rPr>
              <a:t>Moyenne harmonique (moyenne harmonieuse) quand on veut comparer des ratios, vitesses, taux, </a:t>
            </a:r>
            <a:r>
              <a:rPr lang="fr-FR" b="0" i="0" noProof="0" dirty="0" err="1">
                <a:solidFill>
                  <a:srgbClr val="0C0D0E"/>
                </a:solidFill>
                <a:effectLst/>
                <a:latin typeface="-apple-system"/>
              </a:rPr>
              <a:t>frequences</a:t>
            </a:r>
            <a:endParaRPr lang="fr-FR" b="0" i="0" noProof="0" dirty="0">
              <a:solidFill>
                <a:srgbClr val="0C0D0E"/>
              </a:solidFill>
              <a:effectLst/>
              <a:latin typeface="-apple-system"/>
            </a:endParaRPr>
          </a:p>
          <a:p>
            <a:r>
              <a:rPr lang="fr-FR" b="0" i="0" noProof="0" dirty="0">
                <a:solidFill>
                  <a:srgbClr val="0C0D0E"/>
                </a:solidFill>
                <a:effectLst/>
                <a:latin typeface="-apple-system"/>
              </a:rPr>
              <a:t>Pénalise les déséquilibres</a:t>
            </a:r>
          </a:p>
          <a:p>
            <a:r>
              <a:rPr lang="fr-FR" b="0" i="0" noProof="0" dirty="0">
                <a:solidFill>
                  <a:srgbClr val="0C0D0E"/>
                </a:solidFill>
                <a:effectLst/>
                <a:latin typeface="-apple-system"/>
              </a:rPr>
              <a:t>Si une des 2 valeurs est très faible alors le F1 score sera très faible</a:t>
            </a:r>
          </a:p>
          <a:p>
            <a:r>
              <a:rPr lang="fr-FR" b="0" i="0" noProof="0" dirty="0">
                <a:solidFill>
                  <a:srgbClr val="0C0D0E"/>
                </a:solidFill>
                <a:effectLst/>
                <a:latin typeface="-apple-system"/>
              </a:rPr>
              <a:t>Evite la fausse impression de performances quand une seule des 2 valeurs est forte</a:t>
            </a:r>
          </a:p>
          <a:p>
            <a:r>
              <a:rPr lang="fr-FR" b="0" i="0" noProof="0" dirty="0">
                <a:solidFill>
                  <a:srgbClr val="0C0D0E"/>
                </a:solidFill>
                <a:effectLst/>
                <a:latin typeface="-apple-system"/>
              </a:rPr>
              <a:t>Penser au cas       100   0</a:t>
            </a:r>
          </a:p>
          <a:p>
            <a:r>
              <a:rPr lang="fr-FR" b="0" i="0" noProof="0" dirty="0">
                <a:solidFill>
                  <a:srgbClr val="0C0D0E"/>
                </a:solidFill>
                <a:effectLst/>
                <a:latin typeface="-apple-system"/>
              </a:rPr>
              <a:t>                             100   0</a:t>
            </a:r>
          </a:p>
          <a:p>
            <a:r>
              <a:rPr lang="fr-FR" b="0" i="0" noProof="0" dirty="0" err="1">
                <a:solidFill>
                  <a:srgbClr val="0C0D0E"/>
                </a:solidFill>
                <a:effectLst/>
                <a:latin typeface="-apple-system"/>
              </a:rPr>
              <a:t>Prec</a:t>
            </a:r>
            <a:r>
              <a:rPr lang="fr-FR" b="0" i="0" noProof="0" dirty="0">
                <a:solidFill>
                  <a:srgbClr val="0C0D0E"/>
                </a:solidFill>
                <a:effectLst/>
                <a:latin typeface="-apple-system"/>
              </a:rPr>
              <a:t> = 0/0+0 = 1    Recall = 0/100+0 = 0    F1 = 2/(1/1 + 1/0) = 0</a:t>
            </a:r>
          </a:p>
          <a:p>
            <a:endParaRPr lang="fr-FR" b="0" i="0" noProof="0" dirty="0">
              <a:solidFill>
                <a:srgbClr val="0C0D0E"/>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b="0" i="0" noProof="0" dirty="0">
                <a:solidFill>
                  <a:srgbClr val="0C0D0E"/>
                </a:solidFill>
                <a:effectLst/>
                <a:latin typeface="-apple-system"/>
              </a:rPr>
              <a:t>Si on a 2 résistances de 40 et 60 Ω en //, la moyenne harmonique =&gt; 2 </a:t>
            </a:r>
            <a:r>
              <a:rPr lang="fr-FR" b="0" i="0" noProof="0" dirty="0" err="1">
                <a:solidFill>
                  <a:srgbClr val="0C0D0E"/>
                </a:solidFill>
                <a:effectLst/>
                <a:latin typeface="-apple-system"/>
              </a:rPr>
              <a:t>resistances</a:t>
            </a:r>
            <a:r>
              <a:rPr lang="fr-FR" b="0" i="0" noProof="0" dirty="0">
                <a:solidFill>
                  <a:srgbClr val="0C0D0E"/>
                </a:solidFill>
                <a:effectLst/>
                <a:latin typeface="-apple-system"/>
              </a:rPr>
              <a:t> de 48 Ω, la résistance équivalente vaut 24 Ω </a:t>
            </a:r>
          </a:p>
          <a:p>
            <a:endParaRPr lang="fr-FR" b="0" i="0" noProof="0" dirty="0">
              <a:solidFill>
                <a:srgbClr val="0C0D0E"/>
              </a:solidFill>
              <a:effectLst/>
              <a:latin typeface="-apple-system"/>
            </a:endParaRPr>
          </a:p>
          <a:p>
            <a:endParaRPr lang="fr-FR" b="0" i="0" noProof="0" dirty="0">
              <a:solidFill>
                <a:srgbClr val="0C0D0E"/>
              </a:solidFill>
              <a:effectLst/>
              <a:latin typeface="-apple-system"/>
            </a:endParaRPr>
          </a:p>
          <a:p>
            <a:endParaRPr lang="fr-FR" b="0" i="0" noProof="0" dirty="0">
              <a:solidFill>
                <a:srgbClr val="0C0D0E"/>
              </a:solidFill>
              <a:effectLst/>
              <a:latin typeface="-apple-system"/>
            </a:endParaRPr>
          </a:p>
          <a:p>
            <a:r>
              <a:rPr lang="fr-FR" b="0" i="0" noProof="0" dirty="0">
                <a:solidFill>
                  <a:srgbClr val="0C0D0E"/>
                </a:solidFill>
                <a:effectLst/>
                <a:latin typeface="-apple-system"/>
              </a:rPr>
              <a:t>Pour les </a:t>
            </a:r>
            <a:r>
              <a:rPr lang="fr-FR" b="0" i="0" noProof="0" dirty="0" err="1">
                <a:solidFill>
                  <a:srgbClr val="0C0D0E"/>
                </a:solidFill>
                <a:effectLst/>
                <a:latin typeface="-apple-system"/>
              </a:rPr>
              <a:t>medicaments</a:t>
            </a:r>
            <a:endParaRPr lang="fr-FR" b="0" i="0" noProof="0" dirty="0">
              <a:solidFill>
                <a:srgbClr val="0C0D0E"/>
              </a:solidFill>
              <a:effectLst/>
              <a:latin typeface="-apple-system"/>
            </a:endParaRPr>
          </a:p>
          <a:p>
            <a:r>
              <a:rPr lang="fr-FR" b="0" noProof="0" dirty="0" err="1">
                <a:solidFill>
                  <a:srgbClr val="CCCCCC"/>
                </a:solidFill>
                <a:effectLst/>
                <a:latin typeface="JetBrains Mono" panose="02000009000000000000" pitchFamily="49" charset="0"/>
              </a:rPr>
              <a:t>Precision</a:t>
            </a:r>
            <a:r>
              <a:rPr lang="fr-FR" b="0" noProof="0" dirty="0">
                <a:solidFill>
                  <a:srgbClr val="CCCCCC"/>
                </a:solidFill>
                <a:effectLst/>
                <a:latin typeface="JetBrains Mono" panose="02000009000000000000" pitchFamily="49" charset="0"/>
              </a:rPr>
              <a:t> :</a:t>
            </a:r>
          </a:p>
          <a:p>
            <a:r>
              <a:rPr lang="fr-FR" b="0" noProof="0" dirty="0">
                <a:solidFill>
                  <a:srgbClr val="6796E6"/>
                </a:solidFill>
                <a:effectLst/>
                <a:latin typeface="JetBrains Mono" panose="02000009000000000000" pitchFamily="49" charset="0"/>
              </a:rPr>
              <a:t>*</a:t>
            </a:r>
            <a:r>
              <a:rPr lang="fr-FR" b="0" noProof="0" dirty="0">
                <a:solidFill>
                  <a:srgbClr val="CCCCCC"/>
                </a:solidFill>
                <a:effectLst/>
                <a:latin typeface="JetBrains Mono" panose="02000009000000000000" pitchFamily="49" charset="0"/>
              </a:rPr>
              <a:t> colonne de droite</a:t>
            </a:r>
          </a:p>
          <a:p>
            <a:r>
              <a:rPr lang="fr-FR" b="0" noProof="0" dirty="0">
                <a:solidFill>
                  <a:srgbClr val="6796E6"/>
                </a:solidFill>
                <a:effectLst/>
                <a:latin typeface="JetBrains Mono" panose="02000009000000000000" pitchFamily="49" charset="0"/>
              </a:rPr>
              <a:t>*</a:t>
            </a:r>
            <a:r>
              <a:rPr lang="fr-FR" b="0" noProof="0" dirty="0">
                <a:solidFill>
                  <a:srgbClr val="CCCCCC"/>
                </a:solidFill>
                <a:effectLst/>
                <a:latin typeface="JetBrains Mono" panose="02000009000000000000" pitchFamily="49" charset="0"/>
              </a:rPr>
              <a:t> $</a:t>
            </a:r>
            <a:r>
              <a:rPr lang="fr-FR" b="0" noProof="0" dirty="0">
                <a:solidFill>
                  <a:srgbClr val="D4D4D4"/>
                </a:solidFill>
                <a:effectLst/>
                <a:latin typeface="JetBrains Mono" panose="02000009000000000000" pitchFamily="49" charset="0"/>
              </a:rPr>
              <a:t> </a:t>
            </a:r>
            <a:r>
              <a:rPr lang="fr-FR" b="0" noProof="0" dirty="0">
                <a:solidFill>
                  <a:srgbClr val="569CD6"/>
                </a:solidFill>
                <a:effectLst/>
                <a:latin typeface="JetBrains Mono" panose="02000009000000000000" pitchFamily="49" charset="0"/>
              </a:rPr>
              <a:t>\</a:t>
            </a:r>
            <a:r>
              <a:rPr lang="fr-FR" b="0" noProof="0" dirty="0" err="1">
                <a:solidFill>
                  <a:srgbClr val="DCDCAA"/>
                </a:solidFill>
                <a:effectLst/>
                <a:latin typeface="JetBrains Mono" panose="02000009000000000000" pitchFamily="49" charset="0"/>
              </a:rPr>
              <a:t>text</a:t>
            </a:r>
            <a:r>
              <a:rPr lang="fr-FR" b="0" noProof="0" dirty="0">
                <a:solidFill>
                  <a:srgbClr val="D4D4D4"/>
                </a:solidFill>
                <a:effectLst/>
                <a:latin typeface="JetBrains Mono" panose="02000009000000000000" pitchFamily="49" charset="0"/>
              </a:rPr>
              <a:t>{</a:t>
            </a:r>
            <a:r>
              <a:rPr lang="fr-FR" b="0" noProof="0" dirty="0" err="1">
                <a:solidFill>
                  <a:srgbClr val="D4D4D4"/>
                </a:solidFill>
                <a:effectLst/>
                <a:latin typeface="JetBrains Mono" panose="02000009000000000000" pitchFamily="49" charset="0"/>
              </a:rPr>
              <a:t>Precision</a:t>
            </a:r>
            <a:r>
              <a:rPr lang="fr-FR" b="0" noProof="0" dirty="0">
                <a:solidFill>
                  <a:srgbClr val="D4D4D4"/>
                </a:solidFill>
                <a:effectLst/>
                <a:latin typeface="JetBrains Mono" panose="02000009000000000000" pitchFamily="49" charset="0"/>
              </a:rPr>
              <a:t>}  = </a:t>
            </a:r>
            <a:r>
              <a:rPr lang="fr-FR" b="0" noProof="0" dirty="0">
                <a:solidFill>
                  <a:srgbClr val="569CD6"/>
                </a:solidFill>
                <a:effectLst/>
                <a:latin typeface="JetBrains Mono" panose="02000009000000000000" pitchFamily="49" charset="0"/>
              </a:rPr>
              <a:t>\</a:t>
            </a:r>
            <a:r>
              <a:rPr lang="fr-FR" b="0" noProof="0" dirty="0">
                <a:solidFill>
                  <a:srgbClr val="DCDCAA"/>
                </a:solidFill>
                <a:effectLst/>
                <a:latin typeface="JetBrains Mono" panose="02000009000000000000" pitchFamily="49" charset="0"/>
              </a:rPr>
              <a:t>frac</a:t>
            </a:r>
            <a:r>
              <a:rPr lang="fr-FR" b="0" noProof="0" dirty="0">
                <a:solidFill>
                  <a:srgbClr val="D4D4D4"/>
                </a:solidFill>
                <a:effectLst/>
                <a:latin typeface="JetBrains Mono" panose="02000009000000000000" pitchFamily="49" charset="0"/>
              </a:rPr>
              <a:t>{TP}{TP+FP}</a:t>
            </a:r>
            <a:r>
              <a:rPr lang="fr-FR" b="0" noProof="0" dirty="0">
                <a:solidFill>
                  <a:srgbClr val="CCCCCC"/>
                </a:solidFill>
                <a:effectLst/>
                <a:latin typeface="JetBrains Mono" panose="02000009000000000000" pitchFamily="49" charset="0"/>
              </a:rPr>
              <a:t>$</a:t>
            </a:r>
          </a:p>
          <a:p>
            <a:br>
              <a:rPr lang="fr-FR" b="0" noProof="0" dirty="0">
                <a:solidFill>
                  <a:srgbClr val="CCCCCC"/>
                </a:solidFill>
                <a:effectLst/>
                <a:latin typeface="JetBrains Mono" panose="02000009000000000000" pitchFamily="49" charset="0"/>
              </a:rPr>
            </a:br>
            <a:r>
              <a:rPr lang="fr-FR" b="0" noProof="0" dirty="0">
                <a:solidFill>
                  <a:srgbClr val="CCCCCC"/>
                </a:solidFill>
                <a:effectLst/>
                <a:latin typeface="JetBrains Mono" panose="02000009000000000000" pitchFamily="49" charset="0"/>
              </a:rPr>
              <a:t>Recall : </a:t>
            </a:r>
          </a:p>
          <a:p>
            <a:r>
              <a:rPr lang="fr-FR" b="0" noProof="0" dirty="0">
                <a:solidFill>
                  <a:srgbClr val="6796E6"/>
                </a:solidFill>
                <a:effectLst/>
                <a:latin typeface="JetBrains Mono" panose="02000009000000000000" pitchFamily="49" charset="0"/>
              </a:rPr>
              <a:t>*</a:t>
            </a:r>
            <a:r>
              <a:rPr lang="fr-FR" b="0" noProof="0" dirty="0">
                <a:solidFill>
                  <a:srgbClr val="CCCCCC"/>
                </a:solidFill>
                <a:effectLst/>
                <a:latin typeface="JetBrains Mono" panose="02000009000000000000" pitchFamily="49" charset="0"/>
              </a:rPr>
              <a:t> ligne du bas</a:t>
            </a:r>
          </a:p>
          <a:p>
            <a:r>
              <a:rPr lang="fr-FR" b="0" noProof="0" dirty="0">
                <a:solidFill>
                  <a:srgbClr val="6796E6"/>
                </a:solidFill>
                <a:effectLst/>
                <a:latin typeface="JetBrains Mono" panose="02000009000000000000" pitchFamily="49" charset="0"/>
              </a:rPr>
              <a:t>*</a:t>
            </a:r>
            <a:r>
              <a:rPr lang="fr-FR" b="0" noProof="0" dirty="0">
                <a:solidFill>
                  <a:srgbClr val="CCCCCC"/>
                </a:solidFill>
                <a:effectLst/>
                <a:latin typeface="JetBrains Mono" panose="02000009000000000000" pitchFamily="49" charset="0"/>
              </a:rPr>
              <a:t> $</a:t>
            </a:r>
            <a:r>
              <a:rPr lang="fr-FR" b="0" noProof="0" dirty="0">
                <a:solidFill>
                  <a:srgbClr val="D4D4D4"/>
                </a:solidFill>
                <a:effectLst/>
                <a:latin typeface="JetBrains Mono" panose="02000009000000000000" pitchFamily="49" charset="0"/>
              </a:rPr>
              <a:t> </a:t>
            </a:r>
            <a:r>
              <a:rPr lang="fr-FR" b="0" noProof="0" dirty="0">
                <a:solidFill>
                  <a:srgbClr val="569CD6"/>
                </a:solidFill>
                <a:effectLst/>
                <a:latin typeface="JetBrains Mono" panose="02000009000000000000" pitchFamily="49" charset="0"/>
              </a:rPr>
              <a:t>\</a:t>
            </a:r>
            <a:r>
              <a:rPr lang="fr-FR" b="0" noProof="0" dirty="0" err="1">
                <a:solidFill>
                  <a:srgbClr val="DCDCAA"/>
                </a:solidFill>
                <a:effectLst/>
                <a:latin typeface="JetBrains Mono" panose="02000009000000000000" pitchFamily="49" charset="0"/>
              </a:rPr>
              <a:t>text</a:t>
            </a:r>
            <a:r>
              <a:rPr lang="fr-FR" b="0" noProof="0" dirty="0">
                <a:solidFill>
                  <a:srgbClr val="D4D4D4"/>
                </a:solidFill>
                <a:effectLst/>
                <a:latin typeface="JetBrains Mono" panose="02000009000000000000" pitchFamily="49" charset="0"/>
              </a:rPr>
              <a:t>{Recall} = </a:t>
            </a:r>
            <a:r>
              <a:rPr lang="fr-FR" b="0" noProof="0" dirty="0">
                <a:solidFill>
                  <a:srgbClr val="569CD6"/>
                </a:solidFill>
                <a:effectLst/>
                <a:latin typeface="JetBrains Mono" panose="02000009000000000000" pitchFamily="49" charset="0"/>
              </a:rPr>
              <a:t>\</a:t>
            </a:r>
            <a:r>
              <a:rPr lang="fr-FR" b="0" noProof="0" dirty="0">
                <a:solidFill>
                  <a:srgbClr val="DCDCAA"/>
                </a:solidFill>
                <a:effectLst/>
                <a:latin typeface="JetBrains Mono" panose="02000009000000000000" pitchFamily="49" charset="0"/>
              </a:rPr>
              <a:t>frac</a:t>
            </a:r>
            <a:r>
              <a:rPr lang="fr-FR" b="0" noProof="0" dirty="0">
                <a:solidFill>
                  <a:srgbClr val="D4D4D4"/>
                </a:solidFill>
                <a:effectLst/>
                <a:latin typeface="JetBrains Mono" panose="02000009000000000000" pitchFamily="49" charset="0"/>
              </a:rPr>
              <a:t>{TP}{TP+FN}</a:t>
            </a:r>
            <a:r>
              <a:rPr lang="fr-FR" b="0" noProof="0" dirty="0">
                <a:solidFill>
                  <a:srgbClr val="CCCCCC"/>
                </a:solidFill>
                <a:effectLst/>
                <a:latin typeface="JetBrains Mono" panose="02000009000000000000" pitchFamily="49" charset="0"/>
              </a:rPr>
              <a:t>$</a:t>
            </a:r>
          </a:p>
          <a:p>
            <a:br>
              <a:rPr lang="fr-FR" b="0" noProof="0" dirty="0">
                <a:solidFill>
                  <a:srgbClr val="CCCCCC"/>
                </a:solidFill>
                <a:effectLst/>
                <a:latin typeface="JetBrains Mono" panose="02000009000000000000" pitchFamily="49" charset="0"/>
              </a:rPr>
            </a:br>
            <a:r>
              <a:rPr lang="fr-FR" b="0" noProof="0" dirty="0" err="1">
                <a:solidFill>
                  <a:srgbClr val="CCCCCC"/>
                </a:solidFill>
                <a:effectLst/>
                <a:latin typeface="JetBrains Mono" panose="02000009000000000000" pitchFamily="49" charset="0"/>
              </a:rPr>
              <a:t>Sensitivity</a:t>
            </a:r>
            <a:r>
              <a:rPr lang="fr-FR" b="0" noProof="0" dirty="0">
                <a:solidFill>
                  <a:srgbClr val="CCCCCC"/>
                </a:solidFill>
                <a:effectLst/>
                <a:latin typeface="JetBrains Mono" panose="02000009000000000000" pitchFamily="49" charset="0"/>
              </a:rPr>
              <a:t> = Recall</a:t>
            </a:r>
          </a:p>
          <a:p>
            <a:r>
              <a:rPr lang="fr-FR" b="0" noProof="0" dirty="0">
                <a:solidFill>
                  <a:srgbClr val="6796E6"/>
                </a:solidFill>
                <a:effectLst/>
                <a:latin typeface="JetBrains Mono" panose="02000009000000000000" pitchFamily="49" charset="0"/>
              </a:rPr>
              <a:t>*</a:t>
            </a:r>
            <a:r>
              <a:rPr lang="fr-FR" b="0" noProof="0" dirty="0">
                <a:solidFill>
                  <a:srgbClr val="CCCCCC"/>
                </a:solidFill>
                <a:effectLst/>
                <a:latin typeface="JetBrains Mono" panose="02000009000000000000" pitchFamily="49" charset="0"/>
              </a:rPr>
              <a:t> ligne du bas</a:t>
            </a:r>
          </a:p>
          <a:p>
            <a:r>
              <a:rPr lang="fr-FR" b="0" noProof="0" dirty="0">
                <a:solidFill>
                  <a:srgbClr val="6796E6"/>
                </a:solidFill>
                <a:effectLst/>
                <a:latin typeface="JetBrains Mono" panose="02000009000000000000" pitchFamily="49" charset="0"/>
              </a:rPr>
              <a:t>*</a:t>
            </a:r>
            <a:r>
              <a:rPr lang="fr-FR" b="0" noProof="0" dirty="0">
                <a:solidFill>
                  <a:srgbClr val="CCCCCC"/>
                </a:solidFill>
                <a:effectLst/>
                <a:latin typeface="JetBrains Mono" panose="02000009000000000000" pitchFamily="49" charset="0"/>
              </a:rPr>
              <a:t> $</a:t>
            </a:r>
            <a:r>
              <a:rPr lang="fr-FR" b="0" noProof="0" dirty="0">
                <a:solidFill>
                  <a:srgbClr val="D4D4D4"/>
                </a:solidFill>
                <a:effectLst/>
                <a:latin typeface="JetBrains Mono" panose="02000009000000000000" pitchFamily="49" charset="0"/>
              </a:rPr>
              <a:t> </a:t>
            </a:r>
            <a:r>
              <a:rPr lang="fr-FR" b="0" noProof="0" dirty="0">
                <a:solidFill>
                  <a:srgbClr val="569CD6"/>
                </a:solidFill>
                <a:effectLst/>
                <a:latin typeface="JetBrains Mono" panose="02000009000000000000" pitchFamily="49" charset="0"/>
              </a:rPr>
              <a:t>\</a:t>
            </a:r>
            <a:r>
              <a:rPr lang="fr-FR" b="0" noProof="0" dirty="0" err="1">
                <a:solidFill>
                  <a:srgbClr val="DCDCAA"/>
                </a:solidFill>
                <a:effectLst/>
                <a:latin typeface="JetBrains Mono" panose="02000009000000000000" pitchFamily="49" charset="0"/>
              </a:rPr>
              <a:t>text</a:t>
            </a:r>
            <a:r>
              <a:rPr lang="fr-FR" b="0" noProof="0" dirty="0">
                <a:solidFill>
                  <a:srgbClr val="D4D4D4"/>
                </a:solidFill>
                <a:effectLst/>
                <a:latin typeface="JetBrains Mono" panose="02000009000000000000" pitchFamily="49" charset="0"/>
              </a:rPr>
              <a:t>{</a:t>
            </a:r>
            <a:r>
              <a:rPr lang="fr-FR" b="0" noProof="0" dirty="0" err="1">
                <a:solidFill>
                  <a:srgbClr val="D4D4D4"/>
                </a:solidFill>
                <a:effectLst/>
                <a:latin typeface="JetBrains Mono" panose="02000009000000000000" pitchFamily="49" charset="0"/>
              </a:rPr>
              <a:t>Sensitivity</a:t>
            </a:r>
            <a:r>
              <a:rPr lang="fr-FR" b="0" noProof="0" dirty="0">
                <a:solidFill>
                  <a:srgbClr val="D4D4D4"/>
                </a:solidFill>
                <a:effectLst/>
                <a:latin typeface="JetBrains Mono" panose="02000009000000000000" pitchFamily="49" charset="0"/>
              </a:rPr>
              <a:t>} = </a:t>
            </a:r>
            <a:r>
              <a:rPr lang="fr-FR" b="0" noProof="0" dirty="0">
                <a:solidFill>
                  <a:srgbClr val="569CD6"/>
                </a:solidFill>
                <a:effectLst/>
                <a:latin typeface="JetBrains Mono" panose="02000009000000000000" pitchFamily="49" charset="0"/>
              </a:rPr>
              <a:t>\</a:t>
            </a:r>
            <a:r>
              <a:rPr lang="fr-FR" b="0" noProof="0" dirty="0">
                <a:solidFill>
                  <a:srgbClr val="DCDCAA"/>
                </a:solidFill>
                <a:effectLst/>
                <a:latin typeface="JetBrains Mono" panose="02000009000000000000" pitchFamily="49" charset="0"/>
              </a:rPr>
              <a:t>frac</a:t>
            </a:r>
            <a:r>
              <a:rPr lang="fr-FR" b="0" noProof="0" dirty="0">
                <a:solidFill>
                  <a:srgbClr val="D4D4D4"/>
                </a:solidFill>
                <a:effectLst/>
                <a:latin typeface="JetBrains Mono" panose="02000009000000000000" pitchFamily="49" charset="0"/>
              </a:rPr>
              <a:t>{TP}{TP+FN}</a:t>
            </a:r>
            <a:r>
              <a:rPr lang="fr-FR" b="0" noProof="0" dirty="0">
                <a:solidFill>
                  <a:srgbClr val="CCCCCC"/>
                </a:solidFill>
                <a:effectLst/>
                <a:latin typeface="JetBrains Mono" panose="02000009000000000000" pitchFamily="49" charset="0"/>
              </a:rPr>
              <a:t>$</a:t>
            </a:r>
          </a:p>
          <a:p>
            <a:br>
              <a:rPr lang="fr-FR" b="0" noProof="0" dirty="0">
                <a:solidFill>
                  <a:srgbClr val="CCCCCC"/>
                </a:solidFill>
                <a:effectLst/>
                <a:latin typeface="JetBrains Mono" panose="02000009000000000000" pitchFamily="49" charset="0"/>
              </a:rPr>
            </a:br>
            <a:r>
              <a:rPr lang="fr-FR" b="0" noProof="0" dirty="0" err="1">
                <a:solidFill>
                  <a:srgbClr val="CCCCCC"/>
                </a:solidFill>
                <a:effectLst/>
                <a:latin typeface="JetBrains Mono" panose="02000009000000000000" pitchFamily="49" charset="0"/>
              </a:rPr>
              <a:t>Specificity</a:t>
            </a:r>
            <a:r>
              <a:rPr lang="fr-FR" b="0" noProof="0" dirty="0">
                <a:solidFill>
                  <a:srgbClr val="CCCCCC"/>
                </a:solidFill>
                <a:effectLst/>
                <a:latin typeface="JetBrains Mono" panose="02000009000000000000" pitchFamily="49" charset="0"/>
              </a:rPr>
              <a:t> :</a:t>
            </a:r>
          </a:p>
          <a:p>
            <a:r>
              <a:rPr lang="fr-FR" b="0" noProof="0" dirty="0">
                <a:solidFill>
                  <a:srgbClr val="6796E6"/>
                </a:solidFill>
                <a:effectLst/>
                <a:latin typeface="JetBrains Mono" panose="02000009000000000000" pitchFamily="49" charset="0"/>
              </a:rPr>
              <a:t>*</a:t>
            </a:r>
            <a:r>
              <a:rPr lang="fr-FR" b="0" noProof="0" dirty="0">
                <a:solidFill>
                  <a:srgbClr val="CCCCCC"/>
                </a:solidFill>
                <a:effectLst/>
                <a:latin typeface="JetBrains Mono" panose="02000009000000000000" pitchFamily="49" charset="0"/>
              </a:rPr>
              <a:t> ligne du haut</a:t>
            </a:r>
          </a:p>
          <a:p>
            <a:r>
              <a:rPr lang="fr-FR" b="0" noProof="0" dirty="0">
                <a:solidFill>
                  <a:srgbClr val="6796E6"/>
                </a:solidFill>
                <a:effectLst/>
                <a:latin typeface="JetBrains Mono" panose="02000009000000000000" pitchFamily="49" charset="0"/>
              </a:rPr>
              <a:t>*</a:t>
            </a:r>
            <a:r>
              <a:rPr lang="fr-FR" b="0" noProof="0" dirty="0">
                <a:solidFill>
                  <a:srgbClr val="CCCCCC"/>
                </a:solidFill>
                <a:effectLst/>
                <a:latin typeface="JetBrains Mono" panose="02000009000000000000" pitchFamily="49" charset="0"/>
              </a:rPr>
              <a:t> $</a:t>
            </a:r>
            <a:r>
              <a:rPr lang="fr-FR" b="0" noProof="0" dirty="0">
                <a:solidFill>
                  <a:srgbClr val="D4D4D4"/>
                </a:solidFill>
                <a:effectLst/>
                <a:latin typeface="JetBrains Mono" panose="02000009000000000000" pitchFamily="49" charset="0"/>
              </a:rPr>
              <a:t> </a:t>
            </a:r>
            <a:r>
              <a:rPr lang="fr-FR" b="0" noProof="0" dirty="0">
                <a:solidFill>
                  <a:srgbClr val="569CD6"/>
                </a:solidFill>
                <a:effectLst/>
                <a:latin typeface="JetBrains Mono" panose="02000009000000000000" pitchFamily="49" charset="0"/>
              </a:rPr>
              <a:t>\</a:t>
            </a:r>
            <a:r>
              <a:rPr lang="fr-FR" b="0" noProof="0" dirty="0" err="1">
                <a:solidFill>
                  <a:srgbClr val="DCDCAA"/>
                </a:solidFill>
                <a:effectLst/>
                <a:latin typeface="JetBrains Mono" panose="02000009000000000000" pitchFamily="49" charset="0"/>
              </a:rPr>
              <a:t>text</a:t>
            </a:r>
            <a:r>
              <a:rPr lang="fr-FR" b="0" noProof="0" dirty="0">
                <a:solidFill>
                  <a:srgbClr val="D4D4D4"/>
                </a:solidFill>
                <a:effectLst/>
                <a:latin typeface="JetBrains Mono" panose="02000009000000000000" pitchFamily="49" charset="0"/>
              </a:rPr>
              <a:t>{</a:t>
            </a:r>
            <a:r>
              <a:rPr lang="fr-FR" b="0" noProof="0" dirty="0" err="1">
                <a:solidFill>
                  <a:srgbClr val="D4D4D4"/>
                </a:solidFill>
                <a:effectLst/>
                <a:latin typeface="JetBrains Mono" panose="02000009000000000000" pitchFamily="49" charset="0"/>
              </a:rPr>
              <a:t>Specificity</a:t>
            </a:r>
            <a:r>
              <a:rPr lang="fr-FR" b="0" noProof="0" dirty="0">
                <a:solidFill>
                  <a:srgbClr val="D4D4D4"/>
                </a:solidFill>
                <a:effectLst/>
                <a:latin typeface="JetBrains Mono" panose="02000009000000000000" pitchFamily="49" charset="0"/>
              </a:rPr>
              <a:t>} = </a:t>
            </a:r>
            <a:r>
              <a:rPr lang="fr-FR" b="0" noProof="0" dirty="0">
                <a:solidFill>
                  <a:srgbClr val="569CD6"/>
                </a:solidFill>
                <a:effectLst/>
                <a:latin typeface="JetBrains Mono" panose="02000009000000000000" pitchFamily="49" charset="0"/>
              </a:rPr>
              <a:t>\</a:t>
            </a:r>
            <a:r>
              <a:rPr lang="fr-FR" b="0" noProof="0" dirty="0">
                <a:solidFill>
                  <a:srgbClr val="DCDCAA"/>
                </a:solidFill>
                <a:effectLst/>
                <a:latin typeface="JetBrains Mono" panose="02000009000000000000" pitchFamily="49" charset="0"/>
              </a:rPr>
              <a:t>frac</a:t>
            </a:r>
            <a:r>
              <a:rPr lang="fr-FR" b="0" noProof="0" dirty="0">
                <a:solidFill>
                  <a:srgbClr val="D4D4D4"/>
                </a:solidFill>
                <a:effectLst/>
                <a:latin typeface="JetBrains Mono" panose="02000009000000000000" pitchFamily="49" charset="0"/>
              </a:rPr>
              <a:t>{TN}{TN+FP}</a:t>
            </a:r>
            <a:r>
              <a:rPr lang="fr-FR" b="0" noProof="0" dirty="0">
                <a:solidFill>
                  <a:srgbClr val="CCCCCC"/>
                </a:solidFill>
                <a:effectLst/>
                <a:latin typeface="JetBrains Mono" panose="02000009000000000000" pitchFamily="49" charset="0"/>
              </a:rPr>
              <a:t>$</a:t>
            </a:r>
          </a:p>
          <a:p>
            <a:endParaRPr lang="fr-FR" b="0" noProof="0" dirty="0">
              <a:solidFill>
                <a:srgbClr val="CCCCCC"/>
              </a:solidFill>
              <a:effectLst/>
              <a:latin typeface="JetBrains Mono" panose="02000009000000000000" pitchFamily="49" charset="0"/>
            </a:endParaRPr>
          </a:p>
        </p:txBody>
      </p:sp>
      <p:sp>
        <p:nvSpPr>
          <p:cNvPr id="4" name="Espace réservé du numéro de diapositive 3"/>
          <p:cNvSpPr>
            <a:spLocks noGrp="1"/>
          </p:cNvSpPr>
          <p:nvPr>
            <p:ph type="sldNum" sz="quarter" idx="5"/>
          </p:nvPr>
        </p:nvSpPr>
        <p:spPr/>
        <p:txBody>
          <a:bodyPr/>
          <a:lstStyle/>
          <a:p>
            <a:fld id="{CA52ACDA-CAD7-4952-B2DF-2528E011DCB5}" type="slidenum">
              <a:rPr lang="fr-FR" smtClean="0"/>
              <a:t>3</a:t>
            </a:fld>
            <a:endParaRPr lang="fr-FR"/>
          </a:p>
        </p:txBody>
      </p:sp>
    </p:spTree>
    <p:extLst>
      <p:ext uri="{BB962C8B-B14F-4D97-AF65-F5344CB8AC3E}">
        <p14:creationId xmlns:p14="http://schemas.microsoft.com/office/powerpoint/2010/main" val="583671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70E91-F059-10A9-24AC-D5FB984969F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017B97E-079D-AE59-AD05-4F1F395E791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5688F04-F47C-797A-E9FA-91049A52049D}"/>
              </a:ext>
            </a:extLst>
          </p:cNvPr>
          <p:cNvSpPr>
            <a:spLocks noGrp="1"/>
          </p:cNvSpPr>
          <p:nvPr>
            <p:ph type="body" idx="1"/>
          </p:nvPr>
        </p:nvSpPr>
        <p:spPr/>
        <p:txBody>
          <a:bodyPr/>
          <a:lstStyle/>
          <a:p>
            <a:r>
              <a:rPr lang="en-US" b="1" i="1" dirty="0">
                <a:solidFill>
                  <a:srgbClr val="292929"/>
                </a:solidFill>
                <a:effectLst/>
                <a:latin typeface="Inter"/>
              </a:rPr>
              <a:t>Precision</a:t>
            </a:r>
            <a:r>
              <a:rPr lang="en-US" b="0" i="1" dirty="0">
                <a:solidFill>
                  <a:srgbClr val="292929"/>
                </a:solidFill>
                <a:effectLst/>
                <a:latin typeface="Inter"/>
              </a:rPr>
              <a:t> is important when </a:t>
            </a:r>
            <a:r>
              <a:rPr lang="en-US" b="1" i="1" dirty="0">
                <a:solidFill>
                  <a:srgbClr val="292929"/>
                </a:solidFill>
                <a:effectLst/>
                <a:latin typeface="Inter"/>
              </a:rPr>
              <a:t>False Positives</a:t>
            </a:r>
            <a:r>
              <a:rPr lang="en-US" b="0" i="1" dirty="0">
                <a:solidFill>
                  <a:srgbClr val="292929"/>
                </a:solidFill>
                <a:effectLst/>
                <a:latin typeface="Inter"/>
              </a:rPr>
              <a:t> </a:t>
            </a:r>
            <a:r>
              <a:rPr lang="en-US" b="0" i="1">
                <a:solidFill>
                  <a:srgbClr val="292929"/>
                </a:solidFill>
                <a:effectLst/>
                <a:latin typeface="Inter"/>
              </a:rPr>
              <a:t>are costly (SPAM)</a:t>
            </a:r>
            <a:endParaRPr lang="en-US" b="0" i="1" dirty="0">
              <a:solidFill>
                <a:srgbClr val="292929"/>
              </a:solidFill>
              <a:effectLst/>
              <a:latin typeface="Inter"/>
            </a:endParaRPr>
          </a:p>
          <a:p>
            <a:r>
              <a:rPr lang="en-US" b="1" i="1" dirty="0">
                <a:solidFill>
                  <a:srgbClr val="292929"/>
                </a:solidFill>
                <a:effectLst/>
                <a:latin typeface="Inter"/>
              </a:rPr>
              <a:t>Recall</a:t>
            </a:r>
            <a:r>
              <a:rPr lang="en-US" b="0" i="1" dirty="0">
                <a:solidFill>
                  <a:srgbClr val="292929"/>
                </a:solidFill>
                <a:effectLst/>
                <a:latin typeface="Inter"/>
              </a:rPr>
              <a:t> is important in scenarios where </a:t>
            </a:r>
            <a:r>
              <a:rPr lang="en-US" b="1" i="1" dirty="0">
                <a:solidFill>
                  <a:srgbClr val="292929"/>
                </a:solidFill>
                <a:effectLst/>
                <a:latin typeface="Inter"/>
              </a:rPr>
              <a:t>False Negatives</a:t>
            </a:r>
            <a:r>
              <a:rPr lang="en-US" b="0" i="1" dirty="0">
                <a:solidFill>
                  <a:srgbClr val="292929"/>
                </a:solidFill>
                <a:effectLst/>
                <a:latin typeface="Inter"/>
              </a:rPr>
              <a:t> are costly (CB)</a:t>
            </a:r>
            <a:endParaRPr lang="fr-FR" dirty="0"/>
          </a:p>
          <a:p>
            <a:endParaRPr lang="fr-FR" dirty="0"/>
          </a:p>
          <a:p>
            <a:r>
              <a:rPr lang="fr-FR" dirty="0"/>
              <a:t>Dans le cas de la détection des films Olé-Olé (1)…</a:t>
            </a:r>
          </a:p>
          <a:p>
            <a:r>
              <a:rPr lang="fr-FR" dirty="0"/>
              <a:t>Je sais, l'exemple peut être choquant mais il a l'avantage de marquer les esprits</a:t>
            </a:r>
          </a:p>
          <a:p>
            <a:r>
              <a:rPr lang="fr-FR" dirty="0"/>
              <a:t>On se place en TP (on veut regarder un film olé-olé et on a un film olé-olé)</a:t>
            </a:r>
          </a:p>
          <a:p>
            <a:endParaRPr lang="fr-FR" dirty="0"/>
          </a:p>
          <a:p>
            <a:r>
              <a:rPr lang="fr-FR" dirty="0"/>
              <a:t>On monte, on a prédit que c'est un film olé-olé (1) mais on constate que c'est pas un film olé-olé (0)</a:t>
            </a:r>
          </a:p>
          <a:p>
            <a:r>
              <a:rPr lang="fr-FR" dirty="0"/>
              <a:t>Est-ce que c'est gênant si un adulte accède à une vidéo de Oui-Oui ? FP. Je ne sais pas trop</a:t>
            </a:r>
          </a:p>
          <a:p>
            <a:endParaRPr lang="fr-FR" dirty="0"/>
          </a:p>
          <a:p>
            <a:r>
              <a:rPr lang="fr-FR" dirty="0"/>
              <a:t>On va à gauche, on prédit que ce n'est pas un film olé-olé (0) mais on constate que c'est un film olé-olé</a:t>
            </a:r>
          </a:p>
          <a:p>
            <a:r>
              <a:rPr lang="fr-FR" dirty="0"/>
              <a:t>Est-ce que c'est grave si un enfant accède à un film pornographique ? FN. Oui c'est très gênant. On va donc diminuer FN =&gt; essayer de faire tendre le </a:t>
            </a:r>
            <a:r>
              <a:rPr lang="fr-FR" dirty="0" err="1"/>
              <a:t>Recall</a:t>
            </a:r>
            <a:r>
              <a:rPr lang="fr-FR" dirty="0"/>
              <a:t> vers 1</a:t>
            </a:r>
          </a:p>
          <a:p>
            <a:endParaRPr lang="fr-FR" dirty="0"/>
          </a:p>
          <a:p>
            <a:r>
              <a:rPr lang="fr-FR" dirty="0"/>
              <a:t>Dit autrement :</a:t>
            </a:r>
          </a:p>
          <a:p>
            <a:r>
              <a:rPr lang="fr-FR" dirty="0"/>
              <a:t>On est sur la ligne du bas. 1= les films sont des films olé-olé</a:t>
            </a:r>
            <a:br>
              <a:rPr lang="fr-FR" dirty="0"/>
            </a:br>
            <a:r>
              <a:rPr lang="fr-FR" dirty="0"/>
              <a:t>On prédit que le film n'est PAS olé </a:t>
            </a:r>
            <a:r>
              <a:rPr lang="fr-FR" dirty="0" err="1"/>
              <a:t>olé</a:t>
            </a:r>
            <a:r>
              <a:rPr lang="fr-FR" dirty="0"/>
              <a:t> (colonne de gauche).</a:t>
            </a:r>
          </a:p>
          <a:p>
            <a:r>
              <a:rPr lang="fr-FR" dirty="0"/>
              <a:t>Est-ce gênant?</a:t>
            </a:r>
          </a:p>
          <a:p>
            <a:r>
              <a:rPr lang="fr-FR" dirty="0"/>
              <a:t>Oui bien sûr</a:t>
            </a:r>
          </a:p>
          <a:p>
            <a:r>
              <a:rPr lang="fr-FR" dirty="0"/>
              <a:t>Donc on veut FN = 0 =&gt; Recall =100%</a:t>
            </a:r>
          </a:p>
          <a:p>
            <a:endParaRPr lang="fr-FR" dirty="0"/>
          </a:p>
          <a:p>
            <a:endParaRPr lang="fr-FR" dirty="0"/>
          </a:p>
          <a:p>
            <a:r>
              <a:rPr lang="fr-FR" dirty="0"/>
              <a:t>Carte bancaire identifiée comme fausse (=1)</a:t>
            </a:r>
          </a:p>
          <a:p>
            <a:r>
              <a:rPr lang="fr-FR" dirty="0"/>
              <a:t>On se place en TP (carte observée fausse et prédite fausse)</a:t>
            </a:r>
            <a:br>
              <a:rPr lang="fr-FR" dirty="0"/>
            </a:br>
            <a:endParaRPr lang="fr-FR" dirty="0"/>
          </a:p>
          <a:p>
            <a:r>
              <a:rPr lang="fr-FR" dirty="0"/>
              <a:t>On monte, on prédit la carte fausse (1) mais elle est constatée bonne (0)</a:t>
            </a:r>
          </a:p>
          <a:p>
            <a:r>
              <a:rPr lang="fr-FR" dirty="0"/>
              <a:t>On peut accepter FP non nul? Carte observée vraie alors qu'on a prédit fausse ? Je ne sais pas</a:t>
            </a:r>
          </a:p>
          <a:p>
            <a:endParaRPr lang="fr-FR" dirty="0"/>
          </a:p>
          <a:p>
            <a:r>
              <a:rPr lang="fr-FR" dirty="0"/>
              <a:t>On va à gauche, on prédit carte bonne (0), elle est constatée fausse (1)</a:t>
            </a:r>
          </a:p>
          <a:p>
            <a:r>
              <a:rPr lang="fr-FR" dirty="0"/>
              <a:t>On peut accepter FN non nul? Carte observée fausse alors qu'on a prédit vraie ? Non ! =&gt; FN=0 =&gt; </a:t>
            </a:r>
            <a:r>
              <a:rPr lang="fr-FR" dirty="0" err="1"/>
              <a:t>Recall</a:t>
            </a:r>
            <a:r>
              <a:rPr lang="fr-FR" dirty="0"/>
              <a:t> =1</a:t>
            </a:r>
          </a:p>
          <a:p>
            <a:endParaRPr lang="fr-FR" dirty="0"/>
          </a:p>
          <a:p>
            <a:endParaRPr lang="fr-FR" dirty="0"/>
          </a:p>
          <a:p>
            <a:endParaRPr lang="fr-FR" dirty="0"/>
          </a:p>
          <a:p>
            <a:endParaRPr lang="fr-FR" dirty="0"/>
          </a:p>
          <a:p>
            <a:r>
              <a:rPr lang="fr-FR" dirty="0"/>
              <a:t>Mails identifiés comme SPAM (=1)</a:t>
            </a:r>
          </a:p>
          <a:p>
            <a:r>
              <a:rPr lang="fr-FR" dirty="0"/>
              <a:t>On se place en TP</a:t>
            </a:r>
          </a:p>
          <a:p>
            <a:r>
              <a:rPr lang="fr-FR" dirty="0"/>
              <a:t>On peut accepter FN non nul? Mail observé comme SPAM alors qu'on l'a prédit comme BON ? Je sais pas</a:t>
            </a:r>
          </a:p>
          <a:p>
            <a:r>
              <a:rPr lang="fr-FR" dirty="0"/>
              <a:t>On peut accepter FP non nul ? Mail observé comme BON alors qu'on l'a prédit comme SPAM ? Non ! =&gt; FP=0 =&gt; </a:t>
            </a:r>
            <a:r>
              <a:rPr lang="fr-FR" dirty="0" err="1"/>
              <a:t>Precision</a:t>
            </a:r>
            <a:r>
              <a:rPr lang="fr-FR" dirty="0"/>
              <a:t> = 1 </a:t>
            </a:r>
          </a:p>
          <a:p>
            <a:endParaRPr lang="fr-FR" dirty="0"/>
          </a:p>
          <a:p>
            <a:r>
              <a:rPr lang="fr-FR" dirty="0"/>
              <a:t>Pour le cancer (=1)</a:t>
            </a:r>
          </a:p>
          <a:p>
            <a:r>
              <a:rPr lang="fr-FR" dirty="0"/>
              <a:t>On se place en TP</a:t>
            </a:r>
          </a:p>
          <a:p>
            <a:r>
              <a:rPr lang="fr-FR" dirty="0"/>
              <a:t>On peut accepter FP non nul?  On n'observe pas de cancer (=0) alors qu'on a prédit cancer ? Je ne sais pas   </a:t>
            </a:r>
          </a:p>
          <a:p>
            <a:r>
              <a:rPr lang="fr-FR" dirty="0"/>
              <a:t>On peut accepter FN non nul? On observe un cancer (=1)        alors qu'on a prédit "pas de cancer" ? Non ! =&gt; FN=0 =&gt; </a:t>
            </a:r>
            <a:r>
              <a:rPr lang="fr-FR" dirty="0" err="1"/>
              <a:t>Recall</a:t>
            </a:r>
            <a:r>
              <a:rPr lang="fr-FR" dirty="0"/>
              <a:t> = 1</a:t>
            </a:r>
          </a:p>
          <a:p>
            <a:endParaRPr lang="fr-FR" dirty="0"/>
          </a:p>
          <a:p>
            <a:r>
              <a:rPr lang="fr-FR" dirty="0"/>
              <a:t>Mails identifiés comme BON (=1)</a:t>
            </a:r>
          </a:p>
          <a:p>
            <a:r>
              <a:rPr lang="fr-FR" dirty="0"/>
              <a:t>On se place en TP</a:t>
            </a:r>
          </a:p>
          <a:p>
            <a:r>
              <a:rPr lang="fr-FR" dirty="0"/>
              <a:t>On peut accepter FP non nul ? Mail observé comme SPAM alors qu'on l'a prédit comme BON ?  Je sais pas   </a:t>
            </a:r>
          </a:p>
          <a:p>
            <a:r>
              <a:rPr lang="fr-FR" dirty="0"/>
              <a:t>On peut accepter FN non nul? Mail observé BON                alors qu'on l'a prédit comme SPAM ? Non ! =&gt; FN=0 =&gt; </a:t>
            </a:r>
            <a:r>
              <a:rPr lang="fr-FR" dirty="0" err="1"/>
              <a:t>Recall</a:t>
            </a:r>
            <a:r>
              <a:rPr lang="fr-FR" dirty="0"/>
              <a:t> = 1</a:t>
            </a:r>
          </a:p>
          <a:p>
            <a:endParaRPr lang="fr-FR" dirty="0"/>
          </a:p>
          <a:p>
            <a:endParaRPr lang="fr-FR" dirty="0"/>
          </a:p>
          <a:p>
            <a:endParaRPr lang="fr-FR" dirty="0"/>
          </a:p>
        </p:txBody>
      </p:sp>
      <p:sp>
        <p:nvSpPr>
          <p:cNvPr id="4" name="Espace réservé du numéro de diapositive 3">
            <a:extLst>
              <a:ext uri="{FF2B5EF4-FFF2-40B4-BE49-F238E27FC236}">
                <a16:creationId xmlns:a16="http://schemas.microsoft.com/office/drawing/2014/main" id="{CADCE1C5-861B-F45B-1B1F-95AC27E3573F}"/>
              </a:ext>
            </a:extLst>
          </p:cNvPr>
          <p:cNvSpPr>
            <a:spLocks noGrp="1"/>
          </p:cNvSpPr>
          <p:nvPr>
            <p:ph type="sldNum" sz="quarter" idx="5"/>
          </p:nvPr>
        </p:nvSpPr>
        <p:spPr/>
        <p:txBody>
          <a:bodyPr/>
          <a:lstStyle/>
          <a:p>
            <a:fld id="{CA52ACDA-CAD7-4952-B2DF-2528E011DCB5}" type="slidenum">
              <a:rPr lang="fr-FR" smtClean="0"/>
              <a:t>5</a:t>
            </a:fld>
            <a:endParaRPr lang="fr-FR"/>
          </a:p>
        </p:txBody>
      </p:sp>
    </p:spTree>
    <p:extLst>
      <p:ext uri="{BB962C8B-B14F-4D97-AF65-F5344CB8AC3E}">
        <p14:creationId xmlns:p14="http://schemas.microsoft.com/office/powerpoint/2010/main" val="1549821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2E32E5-0E32-21BA-7B33-4E84FCE765FA}"/>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5FBD7FAC-BB3B-23EA-9DCA-FDE2BCD127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AA99329-0D08-F208-031F-DEF48D78752E}"/>
              </a:ext>
            </a:extLst>
          </p:cNvPr>
          <p:cNvSpPr>
            <a:spLocks noGrp="1"/>
          </p:cNvSpPr>
          <p:nvPr>
            <p:ph type="dt" sz="half" idx="10"/>
          </p:nvPr>
        </p:nvSpPr>
        <p:spPr/>
        <p:txBody>
          <a:bodyPr/>
          <a:lstStyle/>
          <a:p>
            <a:fld id="{814EAAF8-3877-4B4B-B2A5-D637106D66A3}" type="datetimeFigureOut">
              <a:rPr lang="fr-FR" smtClean="0"/>
              <a:t>17/12/2025</a:t>
            </a:fld>
            <a:endParaRPr lang="fr-FR"/>
          </a:p>
        </p:txBody>
      </p:sp>
      <p:sp>
        <p:nvSpPr>
          <p:cNvPr id="5" name="Espace réservé du pied de page 4">
            <a:extLst>
              <a:ext uri="{FF2B5EF4-FFF2-40B4-BE49-F238E27FC236}">
                <a16:creationId xmlns:a16="http://schemas.microsoft.com/office/drawing/2014/main" id="{7B342EDF-8D45-AC0D-6E19-A6A4EF3C3B4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713D4AF-DEE6-8DD5-B765-24AE23D120DD}"/>
              </a:ext>
            </a:extLst>
          </p:cNvPr>
          <p:cNvSpPr>
            <a:spLocks noGrp="1"/>
          </p:cNvSpPr>
          <p:nvPr>
            <p:ph type="sldNum" sz="quarter" idx="12"/>
          </p:nvPr>
        </p:nvSpPr>
        <p:spPr/>
        <p:txBody>
          <a:bodyPr/>
          <a:lstStyle/>
          <a:p>
            <a:fld id="{802A92C9-C59F-4F84-8415-A5CE7325C565}" type="slidenum">
              <a:rPr lang="fr-FR" smtClean="0"/>
              <a:t>‹N°›</a:t>
            </a:fld>
            <a:endParaRPr lang="fr-FR"/>
          </a:p>
        </p:txBody>
      </p:sp>
    </p:spTree>
    <p:extLst>
      <p:ext uri="{BB962C8B-B14F-4D97-AF65-F5344CB8AC3E}">
        <p14:creationId xmlns:p14="http://schemas.microsoft.com/office/powerpoint/2010/main" val="2390078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7AA457-D715-902A-8022-19B233A9202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E68595C-2546-C479-6C1A-F6870F70EE6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361E16D-AC4D-321B-D85F-24E4322273DE}"/>
              </a:ext>
            </a:extLst>
          </p:cNvPr>
          <p:cNvSpPr>
            <a:spLocks noGrp="1"/>
          </p:cNvSpPr>
          <p:nvPr>
            <p:ph type="dt" sz="half" idx="10"/>
          </p:nvPr>
        </p:nvSpPr>
        <p:spPr/>
        <p:txBody>
          <a:bodyPr/>
          <a:lstStyle/>
          <a:p>
            <a:fld id="{814EAAF8-3877-4B4B-B2A5-D637106D66A3}" type="datetimeFigureOut">
              <a:rPr lang="fr-FR" smtClean="0"/>
              <a:t>17/12/2025</a:t>
            </a:fld>
            <a:endParaRPr lang="fr-FR"/>
          </a:p>
        </p:txBody>
      </p:sp>
      <p:sp>
        <p:nvSpPr>
          <p:cNvPr id="5" name="Espace réservé du pied de page 4">
            <a:extLst>
              <a:ext uri="{FF2B5EF4-FFF2-40B4-BE49-F238E27FC236}">
                <a16:creationId xmlns:a16="http://schemas.microsoft.com/office/drawing/2014/main" id="{7B0E9905-B105-3D84-8023-4E4B5E61EA8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5833BA0-16E0-2959-7F41-DE6E63225AD7}"/>
              </a:ext>
            </a:extLst>
          </p:cNvPr>
          <p:cNvSpPr>
            <a:spLocks noGrp="1"/>
          </p:cNvSpPr>
          <p:nvPr>
            <p:ph type="sldNum" sz="quarter" idx="12"/>
          </p:nvPr>
        </p:nvSpPr>
        <p:spPr/>
        <p:txBody>
          <a:bodyPr/>
          <a:lstStyle/>
          <a:p>
            <a:fld id="{802A92C9-C59F-4F84-8415-A5CE7325C565}" type="slidenum">
              <a:rPr lang="fr-FR" smtClean="0"/>
              <a:t>‹N°›</a:t>
            </a:fld>
            <a:endParaRPr lang="fr-FR"/>
          </a:p>
        </p:txBody>
      </p:sp>
    </p:spTree>
    <p:extLst>
      <p:ext uri="{BB962C8B-B14F-4D97-AF65-F5344CB8AC3E}">
        <p14:creationId xmlns:p14="http://schemas.microsoft.com/office/powerpoint/2010/main" val="2867094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3AD5C4-7662-3C33-749A-835A03D5085A}"/>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42D68AA6-121B-EA82-5BBC-BB5F0B3FC1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35827D68-8003-E662-5E08-8D974E7B3736}"/>
              </a:ext>
            </a:extLst>
          </p:cNvPr>
          <p:cNvSpPr>
            <a:spLocks noGrp="1"/>
          </p:cNvSpPr>
          <p:nvPr>
            <p:ph type="dt" sz="half" idx="10"/>
          </p:nvPr>
        </p:nvSpPr>
        <p:spPr/>
        <p:txBody>
          <a:bodyPr/>
          <a:lstStyle/>
          <a:p>
            <a:fld id="{814EAAF8-3877-4B4B-B2A5-D637106D66A3}" type="datetimeFigureOut">
              <a:rPr lang="fr-FR" smtClean="0"/>
              <a:t>17/12/2025</a:t>
            </a:fld>
            <a:endParaRPr lang="fr-FR"/>
          </a:p>
        </p:txBody>
      </p:sp>
      <p:sp>
        <p:nvSpPr>
          <p:cNvPr id="5" name="Espace réservé du pied de page 4">
            <a:extLst>
              <a:ext uri="{FF2B5EF4-FFF2-40B4-BE49-F238E27FC236}">
                <a16:creationId xmlns:a16="http://schemas.microsoft.com/office/drawing/2014/main" id="{1FDAD31B-54BC-D012-D333-D4B81E75AC5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83A2F7A-9018-D14E-C480-3D5C3B85CF4F}"/>
              </a:ext>
            </a:extLst>
          </p:cNvPr>
          <p:cNvSpPr>
            <a:spLocks noGrp="1"/>
          </p:cNvSpPr>
          <p:nvPr>
            <p:ph type="sldNum" sz="quarter" idx="12"/>
          </p:nvPr>
        </p:nvSpPr>
        <p:spPr/>
        <p:txBody>
          <a:bodyPr/>
          <a:lstStyle/>
          <a:p>
            <a:fld id="{802A92C9-C59F-4F84-8415-A5CE7325C565}" type="slidenum">
              <a:rPr lang="fr-FR" smtClean="0"/>
              <a:t>‹N°›</a:t>
            </a:fld>
            <a:endParaRPr lang="fr-FR"/>
          </a:p>
        </p:txBody>
      </p:sp>
    </p:spTree>
    <p:extLst>
      <p:ext uri="{BB962C8B-B14F-4D97-AF65-F5344CB8AC3E}">
        <p14:creationId xmlns:p14="http://schemas.microsoft.com/office/powerpoint/2010/main" val="830476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C89948-B46C-0C47-D808-4E9C52EF282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8F6A89F-013B-B944-3E28-ADE725E6D071}"/>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F12AF6CB-C120-49AD-394E-7A2C8046BE2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50391BE-BB8F-55D3-8C8D-FF731253DA85}"/>
              </a:ext>
            </a:extLst>
          </p:cNvPr>
          <p:cNvSpPr>
            <a:spLocks noGrp="1"/>
          </p:cNvSpPr>
          <p:nvPr>
            <p:ph type="dt" sz="half" idx="10"/>
          </p:nvPr>
        </p:nvSpPr>
        <p:spPr/>
        <p:txBody>
          <a:bodyPr/>
          <a:lstStyle/>
          <a:p>
            <a:fld id="{814EAAF8-3877-4B4B-B2A5-D637106D66A3}" type="datetimeFigureOut">
              <a:rPr lang="fr-FR" smtClean="0"/>
              <a:t>17/12/2025</a:t>
            </a:fld>
            <a:endParaRPr lang="fr-FR"/>
          </a:p>
        </p:txBody>
      </p:sp>
      <p:sp>
        <p:nvSpPr>
          <p:cNvPr id="6" name="Espace réservé du pied de page 5">
            <a:extLst>
              <a:ext uri="{FF2B5EF4-FFF2-40B4-BE49-F238E27FC236}">
                <a16:creationId xmlns:a16="http://schemas.microsoft.com/office/drawing/2014/main" id="{F1EC92AD-3B4C-6B83-5236-02C9695E0B2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75454A0-AEB1-CEF4-38D7-23229D7532B1}"/>
              </a:ext>
            </a:extLst>
          </p:cNvPr>
          <p:cNvSpPr>
            <a:spLocks noGrp="1"/>
          </p:cNvSpPr>
          <p:nvPr>
            <p:ph type="sldNum" sz="quarter" idx="12"/>
          </p:nvPr>
        </p:nvSpPr>
        <p:spPr/>
        <p:txBody>
          <a:bodyPr/>
          <a:lstStyle/>
          <a:p>
            <a:fld id="{802A92C9-C59F-4F84-8415-A5CE7325C565}" type="slidenum">
              <a:rPr lang="fr-FR" smtClean="0"/>
              <a:t>‹N°›</a:t>
            </a:fld>
            <a:endParaRPr lang="fr-FR"/>
          </a:p>
        </p:txBody>
      </p:sp>
    </p:spTree>
    <p:extLst>
      <p:ext uri="{BB962C8B-B14F-4D97-AF65-F5344CB8AC3E}">
        <p14:creationId xmlns:p14="http://schemas.microsoft.com/office/powerpoint/2010/main" val="2583535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E31C28-DDFF-E7C0-C681-A1FDFA05CB6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9F223A1E-8CBB-445D-5595-1C0A466A6D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687C315-4355-1178-CE98-6521D44E0AB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096C1CD-D3B7-36B0-E7C0-4B5F365875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64A8461-FC21-6251-30CA-171A860F8E5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F22BA07-48E4-B0F6-D73E-BCE7A5F136CC}"/>
              </a:ext>
            </a:extLst>
          </p:cNvPr>
          <p:cNvSpPr>
            <a:spLocks noGrp="1"/>
          </p:cNvSpPr>
          <p:nvPr>
            <p:ph type="dt" sz="half" idx="10"/>
          </p:nvPr>
        </p:nvSpPr>
        <p:spPr/>
        <p:txBody>
          <a:bodyPr/>
          <a:lstStyle/>
          <a:p>
            <a:fld id="{814EAAF8-3877-4B4B-B2A5-D637106D66A3}" type="datetimeFigureOut">
              <a:rPr lang="fr-FR" smtClean="0"/>
              <a:t>17/12/2025</a:t>
            </a:fld>
            <a:endParaRPr lang="fr-FR"/>
          </a:p>
        </p:txBody>
      </p:sp>
      <p:sp>
        <p:nvSpPr>
          <p:cNvPr id="8" name="Espace réservé du pied de page 7">
            <a:extLst>
              <a:ext uri="{FF2B5EF4-FFF2-40B4-BE49-F238E27FC236}">
                <a16:creationId xmlns:a16="http://schemas.microsoft.com/office/drawing/2014/main" id="{A90A414A-FEAA-4D59-82D7-7544B0EB76A4}"/>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ECF0D7E-BA83-BA43-6663-42AAD4F77E0F}"/>
              </a:ext>
            </a:extLst>
          </p:cNvPr>
          <p:cNvSpPr>
            <a:spLocks noGrp="1"/>
          </p:cNvSpPr>
          <p:nvPr>
            <p:ph type="sldNum" sz="quarter" idx="12"/>
          </p:nvPr>
        </p:nvSpPr>
        <p:spPr/>
        <p:txBody>
          <a:bodyPr/>
          <a:lstStyle/>
          <a:p>
            <a:fld id="{802A92C9-C59F-4F84-8415-A5CE7325C565}" type="slidenum">
              <a:rPr lang="fr-FR" smtClean="0"/>
              <a:t>‹N°›</a:t>
            </a:fld>
            <a:endParaRPr lang="fr-FR"/>
          </a:p>
        </p:txBody>
      </p:sp>
    </p:spTree>
    <p:extLst>
      <p:ext uri="{BB962C8B-B14F-4D97-AF65-F5344CB8AC3E}">
        <p14:creationId xmlns:p14="http://schemas.microsoft.com/office/powerpoint/2010/main" val="3073637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7B553A-B5AF-69E8-EF7D-44D72EDA1FB6}"/>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9C6FD63-B6C6-CA87-2D42-CE1DD3962873}"/>
              </a:ext>
            </a:extLst>
          </p:cNvPr>
          <p:cNvSpPr>
            <a:spLocks noGrp="1"/>
          </p:cNvSpPr>
          <p:nvPr>
            <p:ph type="dt" sz="half" idx="10"/>
          </p:nvPr>
        </p:nvSpPr>
        <p:spPr/>
        <p:txBody>
          <a:bodyPr/>
          <a:lstStyle/>
          <a:p>
            <a:fld id="{814EAAF8-3877-4B4B-B2A5-D637106D66A3}" type="datetimeFigureOut">
              <a:rPr lang="fr-FR" smtClean="0"/>
              <a:t>17/12/2025</a:t>
            </a:fld>
            <a:endParaRPr lang="fr-FR"/>
          </a:p>
        </p:txBody>
      </p:sp>
      <p:sp>
        <p:nvSpPr>
          <p:cNvPr id="4" name="Espace réservé du pied de page 3">
            <a:extLst>
              <a:ext uri="{FF2B5EF4-FFF2-40B4-BE49-F238E27FC236}">
                <a16:creationId xmlns:a16="http://schemas.microsoft.com/office/drawing/2014/main" id="{0DFE31A8-2E9E-2EE1-0B65-CD612EF9F7D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B92A002-D0C5-1785-9613-E21F5C7A097D}"/>
              </a:ext>
            </a:extLst>
          </p:cNvPr>
          <p:cNvSpPr>
            <a:spLocks noGrp="1"/>
          </p:cNvSpPr>
          <p:nvPr>
            <p:ph type="sldNum" sz="quarter" idx="12"/>
          </p:nvPr>
        </p:nvSpPr>
        <p:spPr/>
        <p:txBody>
          <a:bodyPr/>
          <a:lstStyle/>
          <a:p>
            <a:fld id="{802A92C9-C59F-4F84-8415-A5CE7325C565}" type="slidenum">
              <a:rPr lang="fr-FR" smtClean="0"/>
              <a:t>‹N°›</a:t>
            </a:fld>
            <a:endParaRPr lang="fr-FR"/>
          </a:p>
        </p:txBody>
      </p:sp>
    </p:spTree>
    <p:extLst>
      <p:ext uri="{BB962C8B-B14F-4D97-AF65-F5344CB8AC3E}">
        <p14:creationId xmlns:p14="http://schemas.microsoft.com/office/powerpoint/2010/main" val="482288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D8CDF41-3BAA-6E63-BE65-EF0DA30980F2}"/>
              </a:ext>
            </a:extLst>
          </p:cNvPr>
          <p:cNvSpPr>
            <a:spLocks noGrp="1"/>
          </p:cNvSpPr>
          <p:nvPr>
            <p:ph type="dt" sz="half" idx="10"/>
          </p:nvPr>
        </p:nvSpPr>
        <p:spPr/>
        <p:txBody>
          <a:bodyPr/>
          <a:lstStyle/>
          <a:p>
            <a:fld id="{814EAAF8-3877-4B4B-B2A5-D637106D66A3}" type="datetimeFigureOut">
              <a:rPr lang="fr-FR" smtClean="0"/>
              <a:t>17/12/2025</a:t>
            </a:fld>
            <a:endParaRPr lang="fr-FR"/>
          </a:p>
        </p:txBody>
      </p:sp>
      <p:sp>
        <p:nvSpPr>
          <p:cNvPr id="3" name="Espace réservé du pied de page 2">
            <a:extLst>
              <a:ext uri="{FF2B5EF4-FFF2-40B4-BE49-F238E27FC236}">
                <a16:creationId xmlns:a16="http://schemas.microsoft.com/office/drawing/2014/main" id="{5A3F9B48-44F1-076B-BBCC-367415C85C06}"/>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8DAEEE3-188D-B8F5-4D1A-A61618618A47}"/>
              </a:ext>
            </a:extLst>
          </p:cNvPr>
          <p:cNvSpPr>
            <a:spLocks noGrp="1"/>
          </p:cNvSpPr>
          <p:nvPr>
            <p:ph type="sldNum" sz="quarter" idx="12"/>
          </p:nvPr>
        </p:nvSpPr>
        <p:spPr/>
        <p:txBody>
          <a:bodyPr/>
          <a:lstStyle/>
          <a:p>
            <a:fld id="{802A92C9-C59F-4F84-8415-A5CE7325C565}" type="slidenum">
              <a:rPr lang="fr-FR" smtClean="0"/>
              <a:t>‹N°›</a:t>
            </a:fld>
            <a:endParaRPr lang="fr-FR"/>
          </a:p>
        </p:txBody>
      </p:sp>
    </p:spTree>
    <p:extLst>
      <p:ext uri="{BB962C8B-B14F-4D97-AF65-F5344CB8AC3E}">
        <p14:creationId xmlns:p14="http://schemas.microsoft.com/office/powerpoint/2010/main" val="2253024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CDBC42-0539-2ACD-1B55-0AB76F19F40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1A16142-FC29-A51F-AA37-05AA4DE913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B372C61-604A-D8C7-8EA8-60F6B9ECA6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2FDD401-A606-D7F7-F885-31B4C44E2531}"/>
              </a:ext>
            </a:extLst>
          </p:cNvPr>
          <p:cNvSpPr>
            <a:spLocks noGrp="1"/>
          </p:cNvSpPr>
          <p:nvPr>
            <p:ph type="dt" sz="half" idx="10"/>
          </p:nvPr>
        </p:nvSpPr>
        <p:spPr/>
        <p:txBody>
          <a:bodyPr/>
          <a:lstStyle/>
          <a:p>
            <a:fld id="{814EAAF8-3877-4B4B-B2A5-D637106D66A3}" type="datetimeFigureOut">
              <a:rPr lang="fr-FR" smtClean="0"/>
              <a:t>17/12/2025</a:t>
            </a:fld>
            <a:endParaRPr lang="fr-FR"/>
          </a:p>
        </p:txBody>
      </p:sp>
      <p:sp>
        <p:nvSpPr>
          <p:cNvPr id="6" name="Espace réservé du pied de page 5">
            <a:extLst>
              <a:ext uri="{FF2B5EF4-FFF2-40B4-BE49-F238E27FC236}">
                <a16:creationId xmlns:a16="http://schemas.microsoft.com/office/drawing/2014/main" id="{AD894DFA-51DC-3F56-2721-D6B2BD3A02A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C0A7F5F-8510-20E3-B00C-70E722C8B1D2}"/>
              </a:ext>
            </a:extLst>
          </p:cNvPr>
          <p:cNvSpPr>
            <a:spLocks noGrp="1"/>
          </p:cNvSpPr>
          <p:nvPr>
            <p:ph type="sldNum" sz="quarter" idx="12"/>
          </p:nvPr>
        </p:nvSpPr>
        <p:spPr/>
        <p:txBody>
          <a:bodyPr/>
          <a:lstStyle/>
          <a:p>
            <a:fld id="{802A92C9-C59F-4F84-8415-A5CE7325C565}" type="slidenum">
              <a:rPr lang="fr-FR" smtClean="0"/>
              <a:t>‹N°›</a:t>
            </a:fld>
            <a:endParaRPr lang="fr-FR"/>
          </a:p>
        </p:txBody>
      </p:sp>
    </p:spTree>
    <p:extLst>
      <p:ext uri="{BB962C8B-B14F-4D97-AF65-F5344CB8AC3E}">
        <p14:creationId xmlns:p14="http://schemas.microsoft.com/office/powerpoint/2010/main" val="1565827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31DE8F-1E91-2DBE-0EAE-676D32663D1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85EC1E0D-D738-25ED-72DF-FCAB91A199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F0237CA8-10A3-2F58-A40E-2FD6DE488F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D0797A5-0516-BCA8-8BC8-676AFC8E80CD}"/>
              </a:ext>
            </a:extLst>
          </p:cNvPr>
          <p:cNvSpPr>
            <a:spLocks noGrp="1"/>
          </p:cNvSpPr>
          <p:nvPr>
            <p:ph type="dt" sz="half" idx="10"/>
          </p:nvPr>
        </p:nvSpPr>
        <p:spPr/>
        <p:txBody>
          <a:bodyPr/>
          <a:lstStyle/>
          <a:p>
            <a:fld id="{814EAAF8-3877-4B4B-B2A5-D637106D66A3}" type="datetimeFigureOut">
              <a:rPr lang="fr-FR" smtClean="0"/>
              <a:t>17/12/2025</a:t>
            </a:fld>
            <a:endParaRPr lang="fr-FR"/>
          </a:p>
        </p:txBody>
      </p:sp>
      <p:sp>
        <p:nvSpPr>
          <p:cNvPr id="6" name="Espace réservé du pied de page 5">
            <a:extLst>
              <a:ext uri="{FF2B5EF4-FFF2-40B4-BE49-F238E27FC236}">
                <a16:creationId xmlns:a16="http://schemas.microsoft.com/office/drawing/2014/main" id="{9BD4B060-FE88-63D9-46A1-C978734594A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794F1AD-C7CB-BC1B-ED74-474F82D092A2}"/>
              </a:ext>
            </a:extLst>
          </p:cNvPr>
          <p:cNvSpPr>
            <a:spLocks noGrp="1"/>
          </p:cNvSpPr>
          <p:nvPr>
            <p:ph type="sldNum" sz="quarter" idx="12"/>
          </p:nvPr>
        </p:nvSpPr>
        <p:spPr/>
        <p:txBody>
          <a:bodyPr/>
          <a:lstStyle/>
          <a:p>
            <a:fld id="{802A92C9-C59F-4F84-8415-A5CE7325C565}" type="slidenum">
              <a:rPr lang="fr-FR" smtClean="0"/>
              <a:t>‹N°›</a:t>
            </a:fld>
            <a:endParaRPr lang="fr-FR"/>
          </a:p>
        </p:txBody>
      </p:sp>
    </p:spTree>
    <p:extLst>
      <p:ext uri="{BB962C8B-B14F-4D97-AF65-F5344CB8AC3E}">
        <p14:creationId xmlns:p14="http://schemas.microsoft.com/office/powerpoint/2010/main" val="3806758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992431-887A-42A2-F0D6-035FF2E10792}"/>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8824D626-1967-394F-7202-187C9B46016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AF9BBAD-5AEA-D507-ED47-8366B8930AF9}"/>
              </a:ext>
            </a:extLst>
          </p:cNvPr>
          <p:cNvSpPr>
            <a:spLocks noGrp="1"/>
          </p:cNvSpPr>
          <p:nvPr>
            <p:ph type="dt" sz="half" idx="10"/>
          </p:nvPr>
        </p:nvSpPr>
        <p:spPr/>
        <p:txBody>
          <a:bodyPr/>
          <a:lstStyle/>
          <a:p>
            <a:fld id="{814EAAF8-3877-4B4B-B2A5-D637106D66A3}" type="datetimeFigureOut">
              <a:rPr lang="fr-FR" smtClean="0"/>
              <a:t>17/12/2025</a:t>
            </a:fld>
            <a:endParaRPr lang="fr-FR"/>
          </a:p>
        </p:txBody>
      </p:sp>
      <p:sp>
        <p:nvSpPr>
          <p:cNvPr id="5" name="Espace réservé du pied de page 4">
            <a:extLst>
              <a:ext uri="{FF2B5EF4-FFF2-40B4-BE49-F238E27FC236}">
                <a16:creationId xmlns:a16="http://schemas.microsoft.com/office/drawing/2014/main" id="{D5AED1F4-5541-9CA6-1F75-070FDB547DF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74956F1-6D3B-07B2-62D8-B15CA8B49E19}"/>
              </a:ext>
            </a:extLst>
          </p:cNvPr>
          <p:cNvSpPr>
            <a:spLocks noGrp="1"/>
          </p:cNvSpPr>
          <p:nvPr>
            <p:ph type="sldNum" sz="quarter" idx="12"/>
          </p:nvPr>
        </p:nvSpPr>
        <p:spPr/>
        <p:txBody>
          <a:bodyPr/>
          <a:lstStyle/>
          <a:p>
            <a:fld id="{802A92C9-C59F-4F84-8415-A5CE7325C565}" type="slidenum">
              <a:rPr lang="fr-FR" smtClean="0"/>
              <a:t>‹N°›</a:t>
            </a:fld>
            <a:endParaRPr lang="fr-FR"/>
          </a:p>
        </p:txBody>
      </p:sp>
    </p:spTree>
    <p:extLst>
      <p:ext uri="{BB962C8B-B14F-4D97-AF65-F5344CB8AC3E}">
        <p14:creationId xmlns:p14="http://schemas.microsoft.com/office/powerpoint/2010/main" val="4117269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1A4FCC2-DF80-4ABE-1016-2E3CABDBF748}"/>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67A9DEB-9A40-84E7-F564-90C9501677D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FB9AE88-E141-604C-E8AF-26F45F495CB8}"/>
              </a:ext>
            </a:extLst>
          </p:cNvPr>
          <p:cNvSpPr>
            <a:spLocks noGrp="1"/>
          </p:cNvSpPr>
          <p:nvPr>
            <p:ph type="dt" sz="half" idx="10"/>
          </p:nvPr>
        </p:nvSpPr>
        <p:spPr/>
        <p:txBody>
          <a:bodyPr/>
          <a:lstStyle/>
          <a:p>
            <a:fld id="{814EAAF8-3877-4B4B-B2A5-D637106D66A3}" type="datetimeFigureOut">
              <a:rPr lang="fr-FR" smtClean="0"/>
              <a:t>17/12/2025</a:t>
            </a:fld>
            <a:endParaRPr lang="fr-FR"/>
          </a:p>
        </p:txBody>
      </p:sp>
      <p:sp>
        <p:nvSpPr>
          <p:cNvPr id="5" name="Espace réservé du pied de page 4">
            <a:extLst>
              <a:ext uri="{FF2B5EF4-FFF2-40B4-BE49-F238E27FC236}">
                <a16:creationId xmlns:a16="http://schemas.microsoft.com/office/drawing/2014/main" id="{B2F2E2E7-6ADF-D886-C29B-F3A498A593E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B3C4F5E-12FB-E4BE-0188-2A09E8FDA599}"/>
              </a:ext>
            </a:extLst>
          </p:cNvPr>
          <p:cNvSpPr>
            <a:spLocks noGrp="1"/>
          </p:cNvSpPr>
          <p:nvPr>
            <p:ph type="sldNum" sz="quarter" idx="12"/>
          </p:nvPr>
        </p:nvSpPr>
        <p:spPr/>
        <p:txBody>
          <a:bodyPr/>
          <a:lstStyle/>
          <a:p>
            <a:fld id="{802A92C9-C59F-4F84-8415-A5CE7325C565}" type="slidenum">
              <a:rPr lang="fr-FR" smtClean="0"/>
              <a:t>‹N°›</a:t>
            </a:fld>
            <a:endParaRPr lang="fr-FR"/>
          </a:p>
        </p:txBody>
      </p:sp>
    </p:spTree>
    <p:extLst>
      <p:ext uri="{BB962C8B-B14F-4D97-AF65-F5344CB8AC3E}">
        <p14:creationId xmlns:p14="http://schemas.microsoft.com/office/powerpoint/2010/main" val="383623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86DFC44-42A8-2BFC-28F3-7F6E6B2A26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4539119-6287-B133-CEB0-416B3F43FB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C1367E4-B888-67CD-1F58-76EA915F01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4EAAF8-3877-4B4B-B2A5-D637106D66A3}" type="datetimeFigureOut">
              <a:rPr lang="fr-FR" smtClean="0"/>
              <a:t>17/12/2025</a:t>
            </a:fld>
            <a:endParaRPr lang="fr-FR"/>
          </a:p>
        </p:txBody>
      </p:sp>
      <p:sp>
        <p:nvSpPr>
          <p:cNvPr id="5" name="Espace réservé du pied de page 4">
            <a:extLst>
              <a:ext uri="{FF2B5EF4-FFF2-40B4-BE49-F238E27FC236}">
                <a16:creationId xmlns:a16="http://schemas.microsoft.com/office/drawing/2014/main" id="{66E924FB-8853-7ADD-5044-7B81C15F9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2BA40FF-EDF1-54D9-336A-B755D355F4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2A92C9-C59F-4F84-8415-A5CE7325C565}" type="slidenum">
              <a:rPr lang="fr-FR" smtClean="0"/>
              <a:t>‹N°›</a:t>
            </a:fld>
            <a:endParaRPr lang="fr-FR"/>
          </a:p>
        </p:txBody>
      </p:sp>
    </p:spTree>
    <p:extLst>
      <p:ext uri="{BB962C8B-B14F-4D97-AF65-F5344CB8AC3E}">
        <p14:creationId xmlns:p14="http://schemas.microsoft.com/office/powerpoint/2010/main" val="3904442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A7C66-14C3-A047-3CB8-2A75FFD703E6}"/>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1DF11963-A4D8-8A5C-BFA1-90313F46FDCB}"/>
              </a:ext>
            </a:extLst>
          </p:cNvPr>
          <p:cNvPicPr>
            <a:picLocks noChangeAspect="1"/>
          </p:cNvPicPr>
          <p:nvPr/>
        </p:nvPicPr>
        <p:blipFill rotWithShape="1">
          <a:blip r:embed="rId3"/>
          <a:srcRect l="5097" t="4997" r="12822" b="4375"/>
          <a:stretch/>
        </p:blipFill>
        <p:spPr>
          <a:xfrm>
            <a:off x="9320651" y="2295603"/>
            <a:ext cx="2772896" cy="2756457"/>
          </a:xfrm>
          <a:prstGeom prst="rect">
            <a:avLst/>
          </a:prstGeom>
        </p:spPr>
      </p:pic>
      <p:sp>
        <p:nvSpPr>
          <p:cNvPr id="2" name="Titre 1">
            <a:extLst>
              <a:ext uri="{FF2B5EF4-FFF2-40B4-BE49-F238E27FC236}">
                <a16:creationId xmlns:a16="http://schemas.microsoft.com/office/drawing/2014/main" id="{57615FA6-156F-28BD-BE91-6EE534B4E433}"/>
              </a:ext>
            </a:extLst>
          </p:cNvPr>
          <p:cNvSpPr>
            <a:spLocks noGrp="1"/>
          </p:cNvSpPr>
          <p:nvPr>
            <p:ph type="title"/>
          </p:nvPr>
        </p:nvSpPr>
        <p:spPr/>
        <p:txBody>
          <a:bodyPr/>
          <a:lstStyle/>
          <a:p>
            <a:r>
              <a:rPr lang="en-US" noProof="0" dirty="0" err="1"/>
              <a:t>Méthode</a:t>
            </a:r>
            <a:r>
              <a:rPr lang="en-US" noProof="0" dirty="0"/>
              <a:t> pour TP, FN… Je ne </a:t>
            </a:r>
            <a:r>
              <a:rPr lang="en-US" noProof="0" dirty="0" err="1"/>
              <a:t>comprends</a:t>
            </a:r>
            <a:r>
              <a:rPr lang="en-US" noProof="0" dirty="0"/>
              <a:t> rien</a:t>
            </a:r>
          </a:p>
        </p:txBody>
      </p:sp>
      <p:sp>
        <p:nvSpPr>
          <p:cNvPr id="3" name="Espace réservé du contenu 2">
            <a:extLst>
              <a:ext uri="{FF2B5EF4-FFF2-40B4-BE49-F238E27FC236}">
                <a16:creationId xmlns:a16="http://schemas.microsoft.com/office/drawing/2014/main" id="{45C4C66F-94B7-692B-0D86-230696117E8B}"/>
              </a:ext>
            </a:extLst>
          </p:cNvPr>
          <p:cNvSpPr>
            <a:spLocks noGrp="1"/>
          </p:cNvSpPr>
          <p:nvPr>
            <p:ph idx="1"/>
          </p:nvPr>
        </p:nvSpPr>
        <p:spPr>
          <a:xfrm>
            <a:off x="288758" y="1825625"/>
            <a:ext cx="8272782" cy="4351338"/>
          </a:xfrm>
        </p:spPr>
        <p:txBody>
          <a:bodyPr>
            <a:normAutofit/>
          </a:bodyPr>
          <a:lstStyle/>
          <a:p>
            <a:pPr marL="0" indent="0">
              <a:buNone/>
            </a:pPr>
            <a:r>
              <a:rPr lang="en-US" noProof="0" dirty="0"/>
              <a:t>Première </a:t>
            </a:r>
            <a:r>
              <a:rPr lang="en-US" noProof="0" dirty="0" err="1"/>
              <a:t>lettre</a:t>
            </a:r>
            <a:r>
              <a:rPr lang="en-US" noProof="0" dirty="0"/>
              <a:t> = </a:t>
            </a:r>
            <a:r>
              <a:rPr lang="en-US" b="1" noProof="0" dirty="0" err="1"/>
              <a:t>justesse</a:t>
            </a:r>
            <a:r>
              <a:rPr lang="en-US" noProof="0" dirty="0"/>
              <a:t> de la </a:t>
            </a:r>
            <a:r>
              <a:rPr lang="en-US" noProof="0" dirty="0" err="1"/>
              <a:t>prédiction</a:t>
            </a:r>
            <a:r>
              <a:rPr lang="en-US" noProof="0" dirty="0"/>
              <a:t> (T </a:t>
            </a:r>
            <a:r>
              <a:rPr lang="en-US" noProof="0" dirty="0" err="1"/>
              <a:t>ou</a:t>
            </a:r>
            <a:r>
              <a:rPr lang="en-US" noProof="0" dirty="0"/>
              <a:t> F)</a:t>
            </a:r>
          </a:p>
          <a:p>
            <a:pPr marL="0" indent="0">
              <a:buNone/>
            </a:pPr>
            <a:r>
              <a:rPr lang="en-US" noProof="0" dirty="0" err="1"/>
              <a:t>Seconde</a:t>
            </a:r>
            <a:r>
              <a:rPr lang="en-US" noProof="0" dirty="0"/>
              <a:t> </a:t>
            </a:r>
            <a:r>
              <a:rPr lang="en-US" noProof="0" dirty="0" err="1"/>
              <a:t>lettre</a:t>
            </a:r>
            <a:r>
              <a:rPr lang="en-US" noProof="0" dirty="0"/>
              <a:t> = la </a:t>
            </a:r>
            <a:r>
              <a:rPr lang="en-US" b="1" noProof="0" dirty="0" err="1"/>
              <a:t>prédiction</a:t>
            </a:r>
            <a:endParaRPr lang="en-US" b="1" noProof="0" dirty="0"/>
          </a:p>
          <a:p>
            <a:pPr marL="0" indent="0">
              <a:buNone/>
            </a:pPr>
            <a:endParaRPr lang="en-US" noProof="0" dirty="0"/>
          </a:p>
          <a:p>
            <a:pPr marL="0" indent="0">
              <a:buNone/>
            </a:pPr>
            <a:r>
              <a:rPr lang="en-US" noProof="0" dirty="0" err="1"/>
              <a:t>Exemple</a:t>
            </a:r>
            <a:r>
              <a:rPr lang="en-US" noProof="0" dirty="0"/>
              <a:t> : En bas à droite. </a:t>
            </a:r>
            <a:r>
              <a:rPr lang="en-US" noProof="0" dirty="0" err="1"/>
              <a:t>Prédiction</a:t>
            </a:r>
            <a:r>
              <a:rPr lang="en-US" noProof="0" dirty="0"/>
              <a:t> </a:t>
            </a:r>
            <a:r>
              <a:rPr lang="en-US" b="1" noProof="0" dirty="0">
                <a:solidFill>
                  <a:srgbClr val="FF0000"/>
                </a:solidFill>
              </a:rPr>
              <a:t>P</a:t>
            </a:r>
            <a:r>
              <a:rPr lang="en-US" noProof="0" dirty="0"/>
              <a:t> et </a:t>
            </a:r>
            <a:r>
              <a:rPr lang="en-US" noProof="0" dirty="0" err="1"/>
              <a:t>Réalité</a:t>
            </a:r>
            <a:r>
              <a:rPr lang="en-US" noProof="0" dirty="0"/>
              <a:t> P. La </a:t>
            </a:r>
            <a:r>
              <a:rPr lang="en-US" noProof="0" dirty="0" err="1"/>
              <a:t>prédiction</a:t>
            </a:r>
            <a:r>
              <a:rPr lang="en-US" noProof="0" dirty="0"/>
              <a:t> est </a:t>
            </a:r>
            <a:r>
              <a:rPr lang="en-US" noProof="0" dirty="0" err="1"/>
              <a:t>donc</a:t>
            </a:r>
            <a:r>
              <a:rPr lang="en-US" noProof="0" dirty="0"/>
              <a:t> </a:t>
            </a:r>
            <a:r>
              <a:rPr lang="en-US" noProof="0" dirty="0" err="1"/>
              <a:t>juste</a:t>
            </a:r>
            <a:r>
              <a:rPr lang="en-US" noProof="0" dirty="0"/>
              <a:t> (</a:t>
            </a:r>
            <a:r>
              <a:rPr lang="en-US" b="1" noProof="0" dirty="0">
                <a:solidFill>
                  <a:schemeClr val="accent6"/>
                </a:solidFill>
              </a:rPr>
              <a:t>T</a:t>
            </a:r>
            <a:r>
              <a:rPr lang="en-US" noProof="0" dirty="0"/>
              <a:t>) =&gt; </a:t>
            </a:r>
            <a:r>
              <a:rPr lang="en-US" noProof="0" dirty="0" err="1"/>
              <a:t>J'écris</a:t>
            </a:r>
            <a:r>
              <a:rPr lang="en-US" noProof="0" dirty="0"/>
              <a:t> </a:t>
            </a:r>
            <a:r>
              <a:rPr lang="en-US" b="1" noProof="0" dirty="0">
                <a:solidFill>
                  <a:schemeClr val="accent6"/>
                </a:solidFill>
              </a:rPr>
              <a:t>T</a:t>
            </a:r>
            <a:r>
              <a:rPr lang="en-US" noProof="0" dirty="0"/>
              <a:t> </a:t>
            </a:r>
            <a:r>
              <a:rPr lang="en-US" noProof="0" dirty="0" err="1"/>
              <a:t>puis</a:t>
            </a:r>
            <a:r>
              <a:rPr lang="en-US" noProof="0" dirty="0"/>
              <a:t> </a:t>
            </a:r>
            <a:r>
              <a:rPr lang="en-US" b="1" noProof="0" dirty="0">
                <a:solidFill>
                  <a:srgbClr val="FF0000"/>
                </a:solidFill>
              </a:rPr>
              <a:t>P</a:t>
            </a:r>
            <a:r>
              <a:rPr lang="en-US" noProof="0" dirty="0"/>
              <a:t> (car la </a:t>
            </a:r>
            <a:r>
              <a:rPr lang="en-US" noProof="0" dirty="0" err="1"/>
              <a:t>prédiction</a:t>
            </a:r>
            <a:r>
              <a:rPr lang="en-US" noProof="0" dirty="0"/>
              <a:t> </a:t>
            </a:r>
            <a:r>
              <a:rPr lang="en-US" noProof="0" dirty="0" err="1"/>
              <a:t>c'est</a:t>
            </a:r>
            <a:r>
              <a:rPr lang="en-US" noProof="0" dirty="0"/>
              <a:t> P)  </a:t>
            </a:r>
          </a:p>
          <a:p>
            <a:pPr marL="0" indent="0">
              <a:buNone/>
            </a:pPr>
            <a:endParaRPr lang="en-US" noProof="0" dirty="0"/>
          </a:p>
          <a:p>
            <a:endParaRPr lang="en-US" noProof="0" dirty="0"/>
          </a:p>
        </p:txBody>
      </p:sp>
      <p:sp>
        <p:nvSpPr>
          <p:cNvPr id="6" name="ZoneTexte 5">
            <a:extLst>
              <a:ext uri="{FF2B5EF4-FFF2-40B4-BE49-F238E27FC236}">
                <a16:creationId xmlns:a16="http://schemas.microsoft.com/office/drawing/2014/main" id="{B9608105-56B4-8443-050F-83AA0866BA3C}"/>
              </a:ext>
            </a:extLst>
          </p:cNvPr>
          <p:cNvSpPr txBox="1"/>
          <p:nvPr/>
        </p:nvSpPr>
        <p:spPr>
          <a:xfrm>
            <a:off x="11419528" y="4285899"/>
            <a:ext cx="415498" cy="369332"/>
          </a:xfrm>
          <a:prstGeom prst="rect">
            <a:avLst/>
          </a:prstGeom>
          <a:noFill/>
        </p:spPr>
        <p:txBody>
          <a:bodyPr wrap="none" rtlCol="0">
            <a:spAutoFit/>
          </a:bodyPr>
          <a:lstStyle/>
          <a:p>
            <a:r>
              <a:rPr lang="en-US" noProof="0" dirty="0">
                <a:solidFill>
                  <a:schemeClr val="bg1"/>
                </a:solidFill>
                <a:latin typeface="Impact" panose="020B0806030902050204" pitchFamily="34" charset="0"/>
              </a:rPr>
              <a:t>TP</a:t>
            </a:r>
          </a:p>
        </p:txBody>
      </p:sp>
      <p:sp>
        <p:nvSpPr>
          <p:cNvPr id="7" name="ZoneTexte 6">
            <a:extLst>
              <a:ext uri="{FF2B5EF4-FFF2-40B4-BE49-F238E27FC236}">
                <a16:creationId xmlns:a16="http://schemas.microsoft.com/office/drawing/2014/main" id="{9E4B0F4D-2F5F-DC4A-EC10-60AF41B7CE0A}"/>
              </a:ext>
            </a:extLst>
          </p:cNvPr>
          <p:cNvSpPr txBox="1"/>
          <p:nvPr/>
        </p:nvSpPr>
        <p:spPr>
          <a:xfrm>
            <a:off x="9882439" y="3047902"/>
            <a:ext cx="415498" cy="369332"/>
          </a:xfrm>
          <a:prstGeom prst="rect">
            <a:avLst/>
          </a:prstGeom>
          <a:noFill/>
        </p:spPr>
        <p:txBody>
          <a:bodyPr wrap="none" rtlCol="0">
            <a:spAutoFit/>
          </a:bodyPr>
          <a:lstStyle/>
          <a:p>
            <a:r>
              <a:rPr lang="en-US" noProof="0" dirty="0">
                <a:latin typeface="Impact" panose="020B0806030902050204" pitchFamily="34" charset="0"/>
              </a:rPr>
              <a:t>TN</a:t>
            </a:r>
          </a:p>
        </p:txBody>
      </p:sp>
      <p:sp>
        <p:nvSpPr>
          <p:cNvPr id="8" name="ZoneTexte 7">
            <a:extLst>
              <a:ext uri="{FF2B5EF4-FFF2-40B4-BE49-F238E27FC236}">
                <a16:creationId xmlns:a16="http://schemas.microsoft.com/office/drawing/2014/main" id="{C6419948-74FD-CF65-315C-82B41AFE2017}"/>
              </a:ext>
            </a:extLst>
          </p:cNvPr>
          <p:cNvSpPr txBox="1"/>
          <p:nvPr/>
        </p:nvSpPr>
        <p:spPr>
          <a:xfrm>
            <a:off x="11386494" y="3150242"/>
            <a:ext cx="391454" cy="369332"/>
          </a:xfrm>
          <a:prstGeom prst="rect">
            <a:avLst/>
          </a:prstGeom>
          <a:noFill/>
        </p:spPr>
        <p:txBody>
          <a:bodyPr wrap="none" rtlCol="0">
            <a:spAutoFit/>
          </a:bodyPr>
          <a:lstStyle/>
          <a:p>
            <a:r>
              <a:rPr lang="en-US" noProof="0" dirty="0">
                <a:solidFill>
                  <a:schemeClr val="bg1"/>
                </a:solidFill>
                <a:latin typeface="Impact" panose="020B0806030902050204" pitchFamily="34" charset="0"/>
              </a:rPr>
              <a:t>FP</a:t>
            </a:r>
          </a:p>
        </p:txBody>
      </p:sp>
      <p:sp>
        <p:nvSpPr>
          <p:cNvPr id="9" name="ZoneTexte 8">
            <a:extLst>
              <a:ext uri="{FF2B5EF4-FFF2-40B4-BE49-F238E27FC236}">
                <a16:creationId xmlns:a16="http://schemas.microsoft.com/office/drawing/2014/main" id="{484E473A-F375-F536-D29A-E00AF774389B}"/>
              </a:ext>
            </a:extLst>
          </p:cNvPr>
          <p:cNvSpPr txBox="1"/>
          <p:nvPr/>
        </p:nvSpPr>
        <p:spPr>
          <a:xfrm>
            <a:off x="9871701" y="4327133"/>
            <a:ext cx="401072" cy="369332"/>
          </a:xfrm>
          <a:prstGeom prst="rect">
            <a:avLst/>
          </a:prstGeom>
          <a:noFill/>
        </p:spPr>
        <p:txBody>
          <a:bodyPr wrap="none" rtlCol="0">
            <a:spAutoFit/>
          </a:bodyPr>
          <a:lstStyle/>
          <a:p>
            <a:r>
              <a:rPr lang="en-US" noProof="0" dirty="0">
                <a:solidFill>
                  <a:schemeClr val="bg1"/>
                </a:solidFill>
                <a:latin typeface="Impact" panose="020B0806030902050204" pitchFamily="34" charset="0"/>
              </a:rPr>
              <a:t>FN</a:t>
            </a:r>
          </a:p>
        </p:txBody>
      </p:sp>
      <p:sp>
        <p:nvSpPr>
          <p:cNvPr id="11" name="Flèche : gauche 10">
            <a:extLst>
              <a:ext uri="{FF2B5EF4-FFF2-40B4-BE49-F238E27FC236}">
                <a16:creationId xmlns:a16="http://schemas.microsoft.com/office/drawing/2014/main" id="{090A1D9D-5856-8CB2-1BCB-3EF51B6D3291}"/>
              </a:ext>
            </a:extLst>
          </p:cNvPr>
          <p:cNvSpPr/>
          <p:nvPr/>
        </p:nvSpPr>
        <p:spPr>
          <a:xfrm>
            <a:off x="13582957" y="5258415"/>
            <a:ext cx="2462709" cy="415126"/>
          </a:xfrm>
          <a:prstGeom prst="left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noProof="0" dirty="0"/>
              <a:t>Recall</a:t>
            </a:r>
          </a:p>
        </p:txBody>
      </p:sp>
      <p:sp>
        <p:nvSpPr>
          <p:cNvPr id="13" name="Flèche : haut 12">
            <a:extLst>
              <a:ext uri="{FF2B5EF4-FFF2-40B4-BE49-F238E27FC236}">
                <a16:creationId xmlns:a16="http://schemas.microsoft.com/office/drawing/2014/main" id="{DC9C5AD1-740F-5F0A-D35C-FE3A06C2392E}"/>
              </a:ext>
            </a:extLst>
          </p:cNvPr>
          <p:cNvSpPr/>
          <p:nvPr/>
        </p:nvSpPr>
        <p:spPr>
          <a:xfrm>
            <a:off x="12740144" y="2214641"/>
            <a:ext cx="448785" cy="240518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400" noProof="0" dirty="0"/>
              <a:t>Precision</a:t>
            </a:r>
          </a:p>
        </p:txBody>
      </p:sp>
      <p:sp>
        <p:nvSpPr>
          <p:cNvPr id="4" name="Rectangle 3">
            <a:extLst>
              <a:ext uri="{FF2B5EF4-FFF2-40B4-BE49-F238E27FC236}">
                <a16:creationId xmlns:a16="http://schemas.microsoft.com/office/drawing/2014/main" id="{2CC85633-88BE-7E8D-C7A9-F4578B80B469}"/>
              </a:ext>
            </a:extLst>
          </p:cNvPr>
          <p:cNvSpPr/>
          <p:nvPr/>
        </p:nvSpPr>
        <p:spPr>
          <a:xfrm>
            <a:off x="10631805" y="6034"/>
            <a:ext cx="1543050" cy="51948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err="1"/>
              <a:t>Commentaires</a:t>
            </a:r>
            <a:endParaRPr lang="en-US" noProof="0" dirty="0"/>
          </a:p>
        </p:txBody>
      </p:sp>
      <p:sp>
        <p:nvSpPr>
          <p:cNvPr id="14" name="ZoneTexte 13">
            <a:extLst>
              <a:ext uri="{FF2B5EF4-FFF2-40B4-BE49-F238E27FC236}">
                <a16:creationId xmlns:a16="http://schemas.microsoft.com/office/drawing/2014/main" id="{C18ED936-4D75-657F-63B1-9D3007E9AB37}"/>
              </a:ext>
            </a:extLst>
          </p:cNvPr>
          <p:cNvSpPr txBox="1"/>
          <p:nvPr/>
        </p:nvSpPr>
        <p:spPr>
          <a:xfrm rot="16200000">
            <a:off x="8311212" y="3414423"/>
            <a:ext cx="1149674" cy="369332"/>
          </a:xfrm>
          <a:prstGeom prst="rect">
            <a:avLst/>
          </a:prstGeom>
          <a:solidFill>
            <a:schemeClr val="accent2">
              <a:lumMod val="60000"/>
              <a:lumOff val="40000"/>
            </a:schemeClr>
          </a:solidFill>
        </p:spPr>
        <p:txBody>
          <a:bodyPr wrap="none" rtlCol="0">
            <a:spAutoFit/>
          </a:bodyPr>
          <a:lstStyle/>
          <a:p>
            <a:r>
              <a:rPr lang="en-US" noProof="0" dirty="0" err="1">
                <a:latin typeface="Courier New" panose="02070309020205020404" pitchFamily="49" charset="0"/>
                <a:cs typeface="Courier New" panose="02070309020205020404" pitchFamily="49" charset="0"/>
              </a:rPr>
              <a:t>Réalité</a:t>
            </a:r>
            <a:endParaRPr lang="en-US" noProof="0" dirty="0">
              <a:latin typeface="Courier New" panose="02070309020205020404" pitchFamily="49" charset="0"/>
              <a:cs typeface="Courier New" panose="02070309020205020404" pitchFamily="49" charset="0"/>
            </a:endParaRPr>
          </a:p>
        </p:txBody>
      </p:sp>
      <p:sp>
        <p:nvSpPr>
          <p:cNvPr id="12" name="ZoneTexte 11">
            <a:extLst>
              <a:ext uri="{FF2B5EF4-FFF2-40B4-BE49-F238E27FC236}">
                <a16:creationId xmlns:a16="http://schemas.microsoft.com/office/drawing/2014/main" id="{55DC96BA-4104-3BEF-03BB-94356D3ED6E7}"/>
              </a:ext>
            </a:extLst>
          </p:cNvPr>
          <p:cNvSpPr txBox="1"/>
          <p:nvPr/>
        </p:nvSpPr>
        <p:spPr>
          <a:xfrm>
            <a:off x="11217854" y="4879913"/>
            <a:ext cx="308098" cy="369332"/>
          </a:xfrm>
          <a:prstGeom prst="rect">
            <a:avLst/>
          </a:prstGeom>
          <a:solidFill>
            <a:schemeClr val="bg1"/>
          </a:solidFill>
        </p:spPr>
        <p:txBody>
          <a:bodyPr wrap="none" rtlCol="0">
            <a:spAutoFit/>
          </a:bodyPr>
          <a:lstStyle/>
          <a:p>
            <a:r>
              <a:rPr lang="en-US" b="1" noProof="0" dirty="0"/>
              <a:t>P</a:t>
            </a:r>
          </a:p>
        </p:txBody>
      </p:sp>
      <p:sp>
        <p:nvSpPr>
          <p:cNvPr id="15" name="ZoneTexte 14">
            <a:extLst>
              <a:ext uri="{FF2B5EF4-FFF2-40B4-BE49-F238E27FC236}">
                <a16:creationId xmlns:a16="http://schemas.microsoft.com/office/drawing/2014/main" id="{D110B6DB-2766-AC46-AD5F-5F1AAE54B7DD}"/>
              </a:ext>
            </a:extLst>
          </p:cNvPr>
          <p:cNvSpPr txBox="1"/>
          <p:nvPr/>
        </p:nvSpPr>
        <p:spPr>
          <a:xfrm>
            <a:off x="15131238" y="4044083"/>
            <a:ext cx="1270387" cy="369332"/>
          </a:xfrm>
          <a:prstGeom prst="rect">
            <a:avLst/>
          </a:prstGeom>
          <a:solidFill>
            <a:srgbClr val="C00000"/>
          </a:solidFill>
        </p:spPr>
        <p:txBody>
          <a:bodyPr wrap="square" rtlCol="0">
            <a:spAutoFit/>
          </a:bodyPr>
          <a:lstStyle/>
          <a:p>
            <a:pPr algn="ctr"/>
            <a:r>
              <a:rPr lang="en-US" b="1" noProof="0" dirty="0">
                <a:solidFill>
                  <a:schemeClr val="bg1">
                    <a:lumMod val="95000"/>
                  </a:schemeClr>
                </a:solidFill>
              </a:rPr>
              <a:t>FRAUD</a:t>
            </a:r>
          </a:p>
        </p:txBody>
      </p:sp>
      <p:sp>
        <p:nvSpPr>
          <p:cNvPr id="16" name="ZoneTexte 15">
            <a:extLst>
              <a:ext uri="{FF2B5EF4-FFF2-40B4-BE49-F238E27FC236}">
                <a16:creationId xmlns:a16="http://schemas.microsoft.com/office/drawing/2014/main" id="{CC72840B-124E-40BB-A01C-43636C5BD93D}"/>
              </a:ext>
            </a:extLst>
          </p:cNvPr>
          <p:cNvSpPr txBox="1"/>
          <p:nvPr/>
        </p:nvSpPr>
        <p:spPr>
          <a:xfrm>
            <a:off x="9957481" y="4879558"/>
            <a:ext cx="336952" cy="369332"/>
          </a:xfrm>
          <a:prstGeom prst="rect">
            <a:avLst/>
          </a:prstGeom>
          <a:solidFill>
            <a:schemeClr val="bg1"/>
          </a:solidFill>
        </p:spPr>
        <p:txBody>
          <a:bodyPr wrap="none" rtlCol="0">
            <a:spAutoFit/>
          </a:bodyPr>
          <a:lstStyle/>
          <a:p>
            <a:r>
              <a:rPr lang="en-US" b="1" noProof="0" dirty="0"/>
              <a:t>N</a:t>
            </a:r>
          </a:p>
        </p:txBody>
      </p:sp>
      <p:sp>
        <p:nvSpPr>
          <p:cNvPr id="17" name="ZoneTexte 16">
            <a:extLst>
              <a:ext uri="{FF2B5EF4-FFF2-40B4-BE49-F238E27FC236}">
                <a16:creationId xmlns:a16="http://schemas.microsoft.com/office/drawing/2014/main" id="{C1F024C5-9564-D1B0-1318-765995A63E56}"/>
              </a:ext>
            </a:extLst>
          </p:cNvPr>
          <p:cNvSpPr txBox="1"/>
          <p:nvPr/>
        </p:nvSpPr>
        <p:spPr>
          <a:xfrm>
            <a:off x="13777805" y="4044083"/>
            <a:ext cx="1347143" cy="369332"/>
          </a:xfrm>
          <a:prstGeom prst="rect">
            <a:avLst/>
          </a:prstGeom>
          <a:solidFill>
            <a:schemeClr val="accent6"/>
          </a:solidFill>
        </p:spPr>
        <p:txBody>
          <a:bodyPr wrap="square" rtlCol="0">
            <a:spAutoFit/>
          </a:bodyPr>
          <a:lstStyle/>
          <a:p>
            <a:r>
              <a:rPr lang="en-US" b="1" noProof="0" dirty="0">
                <a:solidFill>
                  <a:schemeClr val="bg1">
                    <a:lumMod val="95000"/>
                  </a:schemeClr>
                </a:solidFill>
              </a:rPr>
              <a:t>NOT FRAUD</a:t>
            </a:r>
          </a:p>
        </p:txBody>
      </p:sp>
      <p:sp>
        <p:nvSpPr>
          <p:cNvPr id="18" name="ZoneTexte 17">
            <a:extLst>
              <a:ext uri="{FF2B5EF4-FFF2-40B4-BE49-F238E27FC236}">
                <a16:creationId xmlns:a16="http://schemas.microsoft.com/office/drawing/2014/main" id="{7E2AFF46-20CF-6676-625D-270AE3F92DF0}"/>
              </a:ext>
            </a:extLst>
          </p:cNvPr>
          <p:cNvSpPr txBox="1"/>
          <p:nvPr/>
        </p:nvSpPr>
        <p:spPr>
          <a:xfrm>
            <a:off x="9138654" y="4044083"/>
            <a:ext cx="308098" cy="369332"/>
          </a:xfrm>
          <a:prstGeom prst="rect">
            <a:avLst/>
          </a:prstGeom>
          <a:solidFill>
            <a:schemeClr val="bg1"/>
          </a:solidFill>
        </p:spPr>
        <p:txBody>
          <a:bodyPr wrap="none" rtlCol="0">
            <a:spAutoFit/>
          </a:bodyPr>
          <a:lstStyle/>
          <a:p>
            <a:r>
              <a:rPr lang="en-US" b="1" noProof="0" dirty="0"/>
              <a:t>P</a:t>
            </a:r>
          </a:p>
        </p:txBody>
      </p:sp>
      <p:sp>
        <p:nvSpPr>
          <p:cNvPr id="19" name="ZoneTexte 18">
            <a:extLst>
              <a:ext uri="{FF2B5EF4-FFF2-40B4-BE49-F238E27FC236}">
                <a16:creationId xmlns:a16="http://schemas.microsoft.com/office/drawing/2014/main" id="{B65C6D7E-4866-825E-3B3A-F2488050AE53}"/>
              </a:ext>
            </a:extLst>
          </p:cNvPr>
          <p:cNvSpPr txBox="1"/>
          <p:nvPr/>
        </p:nvSpPr>
        <p:spPr>
          <a:xfrm>
            <a:off x="9114614" y="2772622"/>
            <a:ext cx="336952" cy="369332"/>
          </a:xfrm>
          <a:prstGeom prst="rect">
            <a:avLst/>
          </a:prstGeom>
          <a:solidFill>
            <a:schemeClr val="bg1"/>
          </a:solidFill>
        </p:spPr>
        <p:txBody>
          <a:bodyPr wrap="none" rtlCol="0">
            <a:spAutoFit/>
          </a:bodyPr>
          <a:lstStyle/>
          <a:p>
            <a:r>
              <a:rPr lang="en-US" b="1" noProof="0" dirty="0"/>
              <a:t>N</a:t>
            </a:r>
          </a:p>
        </p:txBody>
      </p:sp>
      <p:sp>
        <p:nvSpPr>
          <p:cNvPr id="10" name="ZoneTexte 9">
            <a:extLst>
              <a:ext uri="{FF2B5EF4-FFF2-40B4-BE49-F238E27FC236}">
                <a16:creationId xmlns:a16="http://schemas.microsoft.com/office/drawing/2014/main" id="{A94D158F-CB57-14BE-4591-A24A3C9DBEC7}"/>
              </a:ext>
            </a:extLst>
          </p:cNvPr>
          <p:cNvSpPr txBox="1"/>
          <p:nvPr/>
        </p:nvSpPr>
        <p:spPr>
          <a:xfrm>
            <a:off x="9881890" y="5195323"/>
            <a:ext cx="1701107" cy="369332"/>
          </a:xfrm>
          <a:prstGeom prst="rect">
            <a:avLst/>
          </a:prstGeom>
          <a:solidFill>
            <a:schemeClr val="accent1">
              <a:lumMod val="40000"/>
              <a:lumOff val="60000"/>
            </a:schemeClr>
          </a:solidFill>
        </p:spPr>
        <p:txBody>
          <a:bodyPr wrap="none" rtlCol="0">
            <a:spAutoFit/>
          </a:bodyPr>
          <a:lstStyle/>
          <a:p>
            <a:r>
              <a:rPr lang="en-US" noProof="0" dirty="0" err="1">
                <a:latin typeface="Courier New" panose="02070309020205020404" pitchFamily="49" charset="0"/>
                <a:cs typeface="Courier New" panose="02070309020205020404" pitchFamily="49" charset="0"/>
              </a:rPr>
              <a:t>Prédictions</a:t>
            </a:r>
            <a:endParaRPr lang="en-US" noProof="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44436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down)">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right)">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animBg="1"/>
      <p:bldP spid="13" grpId="0" animBg="1"/>
      <p:bldP spid="4" grpId="0" animBg="1"/>
      <p:bldP spid="14" grpId="0" animBg="1"/>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6A885-3363-5B85-D565-7639E69F2387}"/>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2AB662A1-2753-3182-5876-F4465AF630B5}"/>
              </a:ext>
            </a:extLst>
          </p:cNvPr>
          <p:cNvPicPr>
            <a:picLocks noChangeAspect="1"/>
          </p:cNvPicPr>
          <p:nvPr/>
        </p:nvPicPr>
        <p:blipFill rotWithShape="1">
          <a:blip r:embed="rId3"/>
          <a:srcRect l="5097" t="4997" r="12822" b="4375"/>
          <a:stretch/>
        </p:blipFill>
        <p:spPr>
          <a:xfrm>
            <a:off x="9320651" y="2295603"/>
            <a:ext cx="2772896" cy="2756457"/>
          </a:xfrm>
          <a:prstGeom prst="rect">
            <a:avLst/>
          </a:prstGeom>
        </p:spPr>
      </p:pic>
      <p:sp>
        <p:nvSpPr>
          <p:cNvPr id="16" name="ZoneTexte 15">
            <a:extLst>
              <a:ext uri="{FF2B5EF4-FFF2-40B4-BE49-F238E27FC236}">
                <a16:creationId xmlns:a16="http://schemas.microsoft.com/office/drawing/2014/main" id="{B9D44FFB-878A-2BD6-8744-D7B271183C18}"/>
              </a:ext>
            </a:extLst>
          </p:cNvPr>
          <p:cNvSpPr txBox="1"/>
          <p:nvPr/>
        </p:nvSpPr>
        <p:spPr>
          <a:xfrm rot="16200000">
            <a:off x="8596936" y="2801811"/>
            <a:ext cx="1347143" cy="369332"/>
          </a:xfrm>
          <a:prstGeom prst="rect">
            <a:avLst/>
          </a:prstGeom>
          <a:solidFill>
            <a:schemeClr val="accent6"/>
          </a:solidFill>
        </p:spPr>
        <p:txBody>
          <a:bodyPr wrap="square" rtlCol="0">
            <a:spAutoFit/>
          </a:bodyPr>
          <a:lstStyle/>
          <a:p>
            <a:r>
              <a:rPr lang="en-US" b="1" noProof="0" dirty="0">
                <a:solidFill>
                  <a:schemeClr val="bg1">
                    <a:lumMod val="95000"/>
                  </a:schemeClr>
                </a:solidFill>
              </a:rPr>
              <a:t>NOT FRAUD</a:t>
            </a:r>
          </a:p>
        </p:txBody>
      </p:sp>
      <p:sp>
        <p:nvSpPr>
          <p:cNvPr id="2" name="Titre 1">
            <a:extLst>
              <a:ext uri="{FF2B5EF4-FFF2-40B4-BE49-F238E27FC236}">
                <a16:creationId xmlns:a16="http://schemas.microsoft.com/office/drawing/2014/main" id="{EF84F070-55E0-BC1B-E612-5677258F9EC7}"/>
              </a:ext>
            </a:extLst>
          </p:cNvPr>
          <p:cNvSpPr>
            <a:spLocks noGrp="1"/>
          </p:cNvSpPr>
          <p:nvPr>
            <p:ph type="title"/>
          </p:nvPr>
        </p:nvSpPr>
        <p:spPr/>
        <p:txBody>
          <a:bodyPr/>
          <a:lstStyle/>
          <a:p>
            <a:r>
              <a:rPr lang="en-US" noProof="0" dirty="0" err="1"/>
              <a:t>Méthode</a:t>
            </a:r>
            <a:r>
              <a:rPr lang="en-US" noProof="0" dirty="0"/>
              <a:t> pour TP, FN…</a:t>
            </a:r>
          </a:p>
        </p:txBody>
      </p:sp>
      <p:sp>
        <p:nvSpPr>
          <p:cNvPr id="3" name="Espace réservé du contenu 2">
            <a:extLst>
              <a:ext uri="{FF2B5EF4-FFF2-40B4-BE49-F238E27FC236}">
                <a16:creationId xmlns:a16="http://schemas.microsoft.com/office/drawing/2014/main" id="{84F4B2EC-B003-C3C6-21CD-C34EDC82D156}"/>
              </a:ext>
            </a:extLst>
          </p:cNvPr>
          <p:cNvSpPr>
            <a:spLocks noGrp="1"/>
          </p:cNvSpPr>
          <p:nvPr>
            <p:ph idx="1"/>
          </p:nvPr>
        </p:nvSpPr>
        <p:spPr>
          <a:xfrm>
            <a:off x="288758" y="1825625"/>
            <a:ext cx="8272782" cy="4351338"/>
          </a:xfrm>
        </p:spPr>
        <p:txBody>
          <a:bodyPr>
            <a:normAutofit/>
          </a:bodyPr>
          <a:lstStyle/>
          <a:p>
            <a:pPr marL="514350" indent="-514350">
              <a:buFont typeface="+mj-lt"/>
              <a:buAutoNum type="arabicPeriod"/>
            </a:pPr>
            <a:r>
              <a:rPr lang="en-US" noProof="0" dirty="0" err="1"/>
              <a:t>Qu'est</a:t>
            </a:r>
            <a:r>
              <a:rPr lang="en-US" noProof="0" dirty="0"/>
              <a:t> </a:t>
            </a:r>
            <a:r>
              <a:rPr lang="en-US" noProof="0" dirty="0" err="1"/>
              <a:t>ce</a:t>
            </a:r>
            <a:r>
              <a:rPr lang="en-US" noProof="0" dirty="0"/>
              <a:t> </a:t>
            </a:r>
            <a:r>
              <a:rPr lang="en-US" noProof="0" dirty="0" err="1"/>
              <a:t>que</a:t>
            </a:r>
            <a:r>
              <a:rPr lang="en-US" noProof="0" dirty="0"/>
              <a:t> je </a:t>
            </a:r>
            <a:r>
              <a:rPr lang="en-US" b="1" noProof="0" dirty="0" err="1"/>
              <a:t>détecte</a:t>
            </a:r>
            <a:r>
              <a:rPr lang="en-US" noProof="0" dirty="0"/>
              <a:t>?</a:t>
            </a:r>
          </a:p>
          <a:p>
            <a:pPr lvl="1"/>
            <a:r>
              <a:rPr lang="en-US" noProof="0" dirty="0"/>
              <a:t>Des CB </a:t>
            </a:r>
            <a:r>
              <a:rPr lang="en-US" noProof="0" dirty="0" err="1"/>
              <a:t>frauduleuses</a:t>
            </a:r>
            <a:endParaRPr lang="en-US" noProof="0" dirty="0"/>
          </a:p>
          <a:p>
            <a:pPr marL="514350" indent="-514350">
              <a:buFont typeface="+mj-lt"/>
              <a:buAutoNum type="arabicPeriod"/>
            </a:pPr>
            <a:r>
              <a:rPr lang="en-US" b="1" noProof="0" dirty="0" err="1"/>
              <a:t>Justesse</a:t>
            </a:r>
            <a:r>
              <a:rPr lang="en-US" b="1" noProof="0" dirty="0"/>
              <a:t> </a:t>
            </a:r>
            <a:r>
              <a:rPr lang="en-US" noProof="0" dirty="0"/>
              <a:t>de la </a:t>
            </a:r>
            <a:r>
              <a:rPr lang="en-US" noProof="0" dirty="0" err="1"/>
              <a:t>prédiction</a:t>
            </a:r>
            <a:r>
              <a:rPr lang="en-US" noProof="0" dirty="0"/>
              <a:t> vs la </a:t>
            </a:r>
            <a:r>
              <a:rPr lang="en-US" noProof="0" dirty="0" err="1"/>
              <a:t>réalité</a:t>
            </a:r>
            <a:endParaRPr lang="en-US" noProof="0" dirty="0"/>
          </a:p>
          <a:p>
            <a:pPr lvl="1"/>
            <a:r>
              <a:rPr lang="en-US" noProof="0" dirty="0"/>
              <a:t>TRUE : la </a:t>
            </a:r>
            <a:r>
              <a:rPr lang="en-US" noProof="0" dirty="0" err="1"/>
              <a:t>prédiction</a:t>
            </a:r>
            <a:r>
              <a:rPr lang="en-US" noProof="0" dirty="0"/>
              <a:t> est bonne</a:t>
            </a:r>
          </a:p>
          <a:p>
            <a:pPr lvl="1"/>
            <a:r>
              <a:rPr lang="en-US" noProof="0" dirty="0"/>
              <a:t>FALSE : la </a:t>
            </a:r>
            <a:r>
              <a:rPr lang="en-US" noProof="0" dirty="0" err="1"/>
              <a:t>prédiction</a:t>
            </a:r>
            <a:r>
              <a:rPr lang="en-US" noProof="0" dirty="0"/>
              <a:t> </a:t>
            </a:r>
            <a:r>
              <a:rPr lang="en-US" noProof="0" dirty="0" err="1"/>
              <a:t>n'est</a:t>
            </a:r>
            <a:r>
              <a:rPr lang="en-US" noProof="0" dirty="0"/>
              <a:t> pas bonne</a:t>
            </a:r>
          </a:p>
          <a:p>
            <a:pPr marL="514350" indent="-514350">
              <a:buFont typeface="+mj-lt"/>
              <a:buAutoNum type="arabicPeriod"/>
            </a:pPr>
            <a:r>
              <a:rPr lang="en-US" b="1" noProof="0" dirty="0" err="1"/>
              <a:t>Prédictions</a:t>
            </a:r>
            <a:r>
              <a:rPr lang="en-US" noProof="0" dirty="0"/>
              <a:t> : qualifier les </a:t>
            </a:r>
            <a:r>
              <a:rPr lang="en-US" noProof="0" dirty="0" err="1"/>
              <a:t>prédictions</a:t>
            </a:r>
            <a:endParaRPr lang="en-US" noProof="0" dirty="0"/>
          </a:p>
          <a:p>
            <a:pPr lvl="1"/>
            <a:r>
              <a:rPr lang="en-US" noProof="0" dirty="0"/>
              <a:t>POSITIVE : la </a:t>
            </a:r>
            <a:r>
              <a:rPr lang="en-US" noProof="0" dirty="0" err="1"/>
              <a:t>prédiction</a:t>
            </a:r>
            <a:r>
              <a:rPr lang="en-US" noProof="0" dirty="0"/>
              <a:t> est positive </a:t>
            </a:r>
            <a:r>
              <a:rPr lang="en-US" noProof="0" dirty="0" err="1"/>
              <a:t>quand</a:t>
            </a:r>
            <a:r>
              <a:rPr lang="en-US" noProof="0" dirty="0"/>
              <a:t> je </a:t>
            </a:r>
            <a:r>
              <a:rPr lang="en-US" noProof="0" dirty="0" err="1"/>
              <a:t>détecte</a:t>
            </a:r>
            <a:r>
              <a:rPr lang="en-US" noProof="0" dirty="0"/>
              <a:t> </a:t>
            </a:r>
            <a:r>
              <a:rPr lang="en-US" noProof="0" dirty="0" err="1"/>
              <a:t>une</a:t>
            </a:r>
            <a:r>
              <a:rPr lang="en-US" noProof="0" dirty="0"/>
              <a:t> CB </a:t>
            </a:r>
            <a:r>
              <a:rPr lang="en-US" noProof="0" dirty="0" err="1"/>
              <a:t>frauduleuse</a:t>
            </a:r>
            <a:r>
              <a:rPr lang="en-US" noProof="0" dirty="0"/>
              <a:t>  </a:t>
            </a:r>
          </a:p>
          <a:p>
            <a:pPr lvl="1"/>
            <a:r>
              <a:rPr lang="en-US" noProof="0" dirty="0"/>
              <a:t>NEGATIVE : la </a:t>
            </a:r>
            <a:r>
              <a:rPr lang="en-US" noProof="0" dirty="0" err="1"/>
              <a:t>prédiction</a:t>
            </a:r>
            <a:r>
              <a:rPr lang="en-US" noProof="0" dirty="0"/>
              <a:t> est </a:t>
            </a:r>
            <a:r>
              <a:rPr lang="en-US" noProof="0" dirty="0" err="1"/>
              <a:t>négative</a:t>
            </a:r>
            <a:r>
              <a:rPr lang="en-US" noProof="0" dirty="0"/>
              <a:t> </a:t>
            </a:r>
            <a:r>
              <a:rPr lang="en-US" noProof="0" dirty="0" err="1"/>
              <a:t>quand</a:t>
            </a:r>
            <a:r>
              <a:rPr lang="en-US" noProof="0" dirty="0"/>
              <a:t> je </a:t>
            </a:r>
            <a:r>
              <a:rPr lang="en-US" noProof="0" dirty="0" err="1"/>
              <a:t>détecte</a:t>
            </a:r>
            <a:r>
              <a:rPr lang="en-US" noProof="0" dirty="0"/>
              <a:t> </a:t>
            </a:r>
            <a:r>
              <a:rPr lang="en-US" noProof="0" dirty="0" err="1"/>
              <a:t>une</a:t>
            </a:r>
            <a:r>
              <a:rPr lang="en-US" noProof="0" dirty="0"/>
              <a:t> CB </a:t>
            </a:r>
            <a:r>
              <a:rPr lang="en-US" noProof="0" dirty="0" err="1"/>
              <a:t>frauduleuse</a:t>
            </a:r>
            <a:r>
              <a:rPr lang="en-US" noProof="0" dirty="0"/>
              <a:t>  </a:t>
            </a:r>
          </a:p>
          <a:p>
            <a:endParaRPr lang="en-US" noProof="0" dirty="0"/>
          </a:p>
        </p:txBody>
      </p:sp>
      <p:sp>
        <p:nvSpPr>
          <p:cNvPr id="6" name="ZoneTexte 5">
            <a:extLst>
              <a:ext uri="{FF2B5EF4-FFF2-40B4-BE49-F238E27FC236}">
                <a16:creationId xmlns:a16="http://schemas.microsoft.com/office/drawing/2014/main" id="{381899A3-285C-7AF9-DEBA-DF1F211D5777}"/>
              </a:ext>
            </a:extLst>
          </p:cNvPr>
          <p:cNvSpPr txBox="1"/>
          <p:nvPr/>
        </p:nvSpPr>
        <p:spPr>
          <a:xfrm>
            <a:off x="11419528" y="4285899"/>
            <a:ext cx="415498" cy="369332"/>
          </a:xfrm>
          <a:prstGeom prst="rect">
            <a:avLst/>
          </a:prstGeom>
          <a:noFill/>
        </p:spPr>
        <p:txBody>
          <a:bodyPr wrap="none" rtlCol="0">
            <a:spAutoFit/>
          </a:bodyPr>
          <a:lstStyle/>
          <a:p>
            <a:r>
              <a:rPr lang="en-US" noProof="0" dirty="0">
                <a:solidFill>
                  <a:schemeClr val="bg1"/>
                </a:solidFill>
                <a:latin typeface="Impact" panose="020B0806030902050204" pitchFamily="34" charset="0"/>
              </a:rPr>
              <a:t>TP</a:t>
            </a:r>
          </a:p>
        </p:txBody>
      </p:sp>
      <p:sp>
        <p:nvSpPr>
          <p:cNvPr id="7" name="ZoneTexte 6">
            <a:extLst>
              <a:ext uri="{FF2B5EF4-FFF2-40B4-BE49-F238E27FC236}">
                <a16:creationId xmlns:a16="http://schemas.microsoft.com/office/drawing/2014/main" id="{B0A55A8A-872B-32E5-7174-14DCD14F47D0}"/>
              </a:ext>
            </a:extLst>
          </p:cNvPr>
          <p:cNvSpPr txBox="1"/>
          <p:nvPr/>
        </p:nvSpPr>
        <p:spPr>
          <a:xfrm>
            <a:off x="9882439" y="3047902"/>
            <a:ext cx="415498" cy="369332"/>
          </a:xfrm>
          <a:prstGeom prst="rect">
            <a:avLst/>
          </a:prstGeom>
          <a:noFill/>
        </p:spPr>
        <p:txBody>
          <a:bodyPr wrap="none" rtlCol="0">
            <a:spAutoFit/>
          </a:bodyPr>
          <a:lstStyle/>
          <a:p>
            <a:r>
              <a:rPr lang="en-US" noProof="0" dirty="0">
                <a:latin typeface="Impact" panose="020B0806030902050204" pitchFamily="34" charset="0"/>
              </a:rPr>
              <a:t>TN</a:t>
            </a:r>
          </a:p>
        </p:txBody>
      </p:sp>
      <p:sp>
        <p:nvSpPr>
          <p:cNvPr id="8" name="ZoneTexte 7">
            <a:extLst>
              <a:ext uri="{FF2B5EF4-FFF2-40B4-BE49-F238E27FC236}">
                <a16:creationId xmlns:a16="http://schemas.microsoft.com/office/drawing/2014/main" id="{3A20F322-422A-A209-D697-849CE89794F9}"/>
              </a:ext>
            </a:extLst>
          </p:cNvPr>
          <p:cNvSpPr txBox="1"/>
          <p:nvPr/>
        </p:nvSpPr>
        <p:spPr>
          <a:xfrm>
            <a:off x="11386494" y="3150242"/>
            <a:ext cx="391454" cy="369332"/>
          </a:xfrm>
          <a:prstGeom prst="rect">
            <a:avLst/>
          </a:prstGeom>
          <a:noFill/>
        </p:spPr>
        <p:txBody>
          <a:bodyPr wrap="none" rtlCol="0">
            <a:spAutoFit/>
          </a:bodyPr>
          <a:lstStyle/>
          <a:p>
            <a:r>
              <a:rPr lang="en-US" noProof="0" dirty="0">
                <a:solidFill>
                  <a:schemeClr val="bg1"/>
                </a:solidFill>
                <a:latin typeface="Impact" panose="020B0806030902050204" pitchFamily="34" charset="0"/>
              </a:rPr>
              <a:t>FP</a:t>
            </a:r>
          </a:p>
        </p:txBody>
      </p:sp>
      <p:sp>
        <p:nvSpPr>
          <p:cNvPr id="9" name="ZoneTexte 8">
            <a:extLst>
              <a:ext uri="{FF2B5EF4-FFF2-40B4-BE49-F238E27FC236}">
                <a16:creationId xmlns:a16="http://schemas.microsoft.com/office/drawing/2014/main" id="{B7D571E1-072E-2A70-DB90-0F9F806567C8}"/>
              </a:ext>
            </a:extLst>
          </p:cNvPr>
          <p:cNvSpPr txBox="1"/>
          <p:nvPr/>
        </p:nvSpPr>
        <p:spPr>
          <a:xfrm>
            <a:off x="9871701" y="4327133"/>
            <a:ext cx="401072" cy="369332"/>
          </a:xfrm>
          <a:prstGeom prst="rect">
            <a:avLst/>
          </a:prstGeom>
          <a:noFill/>
        </p:spPr>
        <p:txBody>
          <a:bodyPr wrap="none" rtlCol="0">
            <a:spAutoFit/>
          </a:bodyPr>
          <a:lstStyle/>
          <a:p>
            <a:r>
              <a:rPr lang="en-US" noProof="0" dirty="0">
                <a:solidFill>
                  <a:schemeClr val="bg1"/>
                </a:solidFill>
                <a:latin typeface="Impact" panose="020B0806030902050204" pitchFamily="34" charset="0"/>
              </a:rPr>
              <a:t>FN</a:t>
            </a:r>
          </a:p>
        </p:txBody>
      </p:sp>
      <p:sp>
        <p:nvSpPr>
          <p:cNvPr id="11" name="Flèche : gauche 10">
            <a:extLst>
              <a:ext uri="{FF2B5EF4-FFF2-40B4-BE49-F238E27FC236}">
                <a16:creationId xmlns:a16="http://schemas.microsoft.com/office/drawing/2014/main" id="{D2D88064-9E56-9B2D-0C94-017665BEDF2D}"/>
              </a:ext>
            </a:extLst>
          </p:cNvPr>
          <p:cNvSpPr/>
          <p:nvPr/>
        </p:nvSpPr>
        <p:spPr>
          <a:xfrm>
            <a:off x="13582957" y="5258415"/>
            <a:ext cx="2462709" cy="415126"/>
          </a:xfrm>
          <a:prstGeom prst="left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noProof="0" dirty="0"/>
              <a:t>Recall</a:t>
            </a:r>
          </a:p>
        </p:txBody>
      </p:sp>
      <p:sp>
        <p:nvSpPr>
          <p:cNvPr id="13" name="Flèche : haut 12">
            <a:extLst>
              <a:ext uri="{FF2B5EF4-FFF2-40B4-BE49-F238E27FC236}">
                <a16:creationId xmlns:a16="http://schemas.microsoft.com/office/drawing/2014/main" id="{910AEDD7-EAD2-EF28-9487-CD606A9DD8C2}"/>
              </a:ext>
            </a:extLst>
          </p:cNvPr>
          <p:cNvSpPr/>
          <p:nvPr/>
        </p:nvSpPr>
        <p:spPr>
          <a:xfrm>
            <a:off x="12740144" y="2214641"/>
            <a:ext cx="448785" cy="240518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400" noProof="0" dirty="0"/>
              <a:t>Precision</a:t>
            </a:r>
          </a:p>
        </p:txBody>
      </p:sp>
      <p:sp>
        <p:nvSpPr>
          <p:cNvPr id="4" name="Rectangle 3">
            <a:extLst>
              <a:ext uri="{FF2B5EF4-FFF2-40B4-BE49-F238E27FC236}">
                <a16:creationId xmlns:a16="http://schemas.microsoft.com/office/drawing/2014/main" id="{EB85DD54-12CD-D353-865E-0215AAF7C307}"/>
              </a:ext>
            </a:extLst>
          </p:cNvPr>
          <p:cNvSpPr/>
          <p:nvPr/>
        </p:nvSpPr>
        <p:spPr>
          <a:xfrm>
            <a:off x="10631805" y="6034"/>
            <a:ext cx="1543050" cy="51948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err="1"/>
              <a:t>Commentaires</a:t>
            </a:r>
            <a:endParaRPr lang="en-US" noProof="0" dirty="0"/>
          </a:p>
        </p:txBody>
      </p:sp>
      <p:sp>
        <p:nvSpPr>
          <p:cNvPr id="10" name="ZoneTexte 9">
            <a:extLst>
              <a:ext uri="{FF2B5EF4-FFF2-40B4-BE49-F238E27FC236}">
                <a16:creationId xmlns:a16="http://schemas.microsoft.com/office/drawing/2014/main" id="{6C1A2C6F-940D-4ED0-8935-0CA656A28158}"/>
              </a:ext>
            </a:extLst>
          </p:cNvPr>
          <p:cNvSpPr txBox="1"/>
          <p:nvPr/>
        </p:nvSpPr>
        <p:spPr>
          <a:xfrm>
            <a:off x="9881890" y="5317195"/>
            <a:ext cx="1701107" cy="369332"/>
          </a:xfrm>
          <a:prstGeom prst="rect">
            <a:avLst/>
          </a:prstGeom>
          <a:solidFill>
            <a:schemeClr val="accent1">
              <a:lumMod val="40000"/>
              <a:lumOff val="60000"/>
            </a:schemeClr>
          </a:solidFill>
        </p:spPr>
        <p:txBody>
          <a:bodyPr wrap="none" rtlCol="0">
            <a:spAutoFit/>
          </a:bodyPr>
          <a:lstStyle/>
          <a:p>
            <a:r>
              <a:rPr lang="en-US" noProof="0" dirty="0" err="1">
                <a:latin typeface="Courier New" panose="02070309020205020404" pitchFamily="49" charset="0"/>
                <a:cs typeface="Courier New" panose="02070309020205020404" pitchFamily="49" charset="0"/>
              </a:rPr>
              <a:t>Prédictions</a:t>
            </a:r>
            <a:endParaRPr lang="en-US" noProof="0" dirty="0">
              <a:latin typeface="Courier New" panose="02070309020205020404" pitchFamily="49" charset="0"/>
              <a:cs typeface="Courier New" panose="02070309020205020404" pitchFamily="49" charset="0"/>
            </a:endParaRPr>
          </a:p>
        </p:txBody>
      </p:sp>
      <p:sp>
        <p:nvSpPr>
          <p:cNvPr id="14" name="ZoneTexte 13">
            <a:extLst>
              <a:ext uri="{FF2B5EF4-FFF2-40B4-BE49-F238E27FC236}">
                <a16:creationId xmlns:a16="http://schemas.microsoft.com/office/drawing/2014/main" id="{8927E3D6-C6D5-5563-677A-C92950107FC9}"/>
              </a:ext>
            </a:extLst>
          </p:cNvPr>
          <p:cNvSpPr txBox="1"/>
          <p:nvPr/>
        </p:nvSpPr>
        <p:spPr>
          <a:xfrm rot="16200000">
            <a:off x="8191870" y="3414423"/>
            <a:ext cx="1149674" cy="369332"/>
          </a:xfrm>
          <a:prstGeom prst="rect">
            <a:avLst/>
          </a:prstGeom>
          <a:solidFill>
            <a:schemeClr val="accent2">
              <a:lumMod val="60000"/>
              <a:lumOff val="40000"/>
            </a:schemeClr>
          </a:solidFill>
        </p:spPr>
        <p:txBody>
          <a:bodyPr wrap="none" rtlCol="0">
            <a:spAutoFit/>
          </a:bodyPr>
          <a:lstStyle/>
          <a:p>
            <a:r>
              <a:rPr lang="en-US" noProof="0" dirty="0" err="1">
                <a:latin typeface="Courier New" panose="02070309020205020404" pitchFamily="49" charset="0"/>
                <a:cs typeface="Courier New" panose="02070309020205020404" pitchFamily="49" charset="0"/>
              </a:rPr>
              <a:t>Réalité</a:t>
            </a:r>
            <a:endParaRPr lang="en-US" noProof="0" dirty="0">
              <a:latin typeface="Courier New" panose="02070309020205020404" pitchFamily="49" charset="0"/>
              <a:cs typeface="Courier New" panose="02070309020205020404" pitchFamily="49" charset="0"/>
            </a:endParaRPr>
          </a:p>
        </p:txBody>
      </p:sp>
      <p:sp>
        <p:nvSpPr>
          <p:cNvPr id="17" name="ZoneTexte 16">
            <a:extLst>
              <a:ext uri="{FF2B5EF4-FFF2-40B4-BE49-F238E27FC236}">
                <a16:creationId xmlns:a16="http://schemas.microsoft.com/office/drawing/2014/main" id="{B2B1052A-3360-3CB3-A1C3-46BCFB8D6C69}"/>
              </a:ext>
            </a:extLst>
          </p:cNvPr>
          <p:cNvSpPr txBox="1"/>
          <p:nvPr/>
        </p:nvSpPr>
        <p:spPr>
          <a:xfrm>
            <a:off x="9458325" y="4878597"/>
            <a:ext cx="1347143" cy="369332"/>
          </a:xfrm>
          <a:prstGeom prst="rect">
            <a:avLst/>
          </a:prstGeom>
          <a:solidFill>
            <a:schemeClr val="accent6"/>
          </a:solidFill>
        </p:spPr>
        <p:txBody>
          <a:bodyPr wrap="square" rtlCol="0">
            <a:spAutoFit/>
          </a:bodyPr>
          <a:lstStyle/>
          <a:p>
            <a:r>
              <a:rPr lang="en-US" b="1" noProof="0" dirty="0">
                <a:solidFill>
                  <a:schemeClr val="bg1">
                    <a:lumMod val="95000"/>
                  </a:schemeClr>
                </a:solidFill>
              </a:rPr>
              <a:t>NOT FRAUD</a:t>
            </a:r>
          </a:p>
        </p:txBody>
      </p:sp>
      <p:sp>
        <p:nvSpPr>
          <p:cNvPr id="12" name="ZoneTexte 11">
            <a:extLst>
              <a:ext uri="{FF2B5EF4-FFF2-40B4-BE49-F238E27FC236}">
                <a16:creationId xmlns:a16="http://schemas.microsoft.com/office/drawing/2014/main" id="{02321FCA-B198-D521-E7AB-745D1A463875}"/>
              </a:ext>
            </a:extLst>
          </p:cNvPr>
          <p:cNvSpPr txBox="1"/>
          <p:nvPr/>
        </p:nvSpPr>
        <p:spPr>
          <a:xfrm rot="16200000">
            <a:off x="8635866" y="4055124"/>
            <a:ext cx="1270387" cy="369332"/>
          </a:xfrm>
          <a:prstGeom prst="rect">
            <a:avLst/>
          </a:prstGeom>
          <a:solidFill>
            <a:srgbClr val="C00000"/>
          </a:solidFill>
        </p:spPr>
        <p:txBody>
          <a:bodyPr wrap="square" rtlCol="0">
            <a:spAutoFit/>
          </a:bodyPr>
          <a:lstStyle/>
          <a:p>
            <a:pPr algn="ctr"/>
            <a:r>
              <a:rPr lang="en-US" b="1" noProof="0" dirty="0">
                <a:solidFill>
                  <a:schemeClr val="bg1">
                    <a:lumMod val="95000"/>
                  </a:schemeClr>
                </a:solidFill>
              </a:rPr>
              <a:t>FRAUD</a:t>
            </a:r>
          </a:p>
        </p:txBody>
      </p:sp>
      <p:sp>
        <p:nvSpPr>
          <p:cNvPr id="15" name="ZoneTexte 14">
            <a:extLst>
              <a:ext uri="{FF2B5EF4-FFF2-40B4-BE49-F238E27FC236}">
                <a16:creationId xmlns:a16="http://schemas.microsoft.com/office/drawing/2014/main" id="{21F545D6-857B-A5F8-4F8E-F997E477482F}"/>
              </a:ext>
            </a:extLst>
          </p:cNvPr>
          <p:cNvSpPr txBox="1"/>
          <p:nvPr/>
        </p:nvSpPr>
        <p:spPr>
          <a:xfrm>
            <a:off x="10748893" y="4876692"/>
            <a:ext cx="1270387" cy="369332"/>
          </a:xfrm>
          <a:prstGeom prst="rect">
            <a:avLst/>
          </a:prstGeom>
          <a:solidFill>
            <a:srgbClr val="C00000"/>
          </a:solidFill>
        </p:spPr>
        <p:txBody>
          <a:bodyPr wrap="square" rtlCol="0">
            <a:spAutoFit/>
          </a:bodyPr>
          <a:lstStyle/>
          <a:p>
            <a:pPr algn="ctr"/>
            <a:r>
              <a:rPr lang="en-US" b="1" noProof="0" dirty="0">
                <a:solidFill>
                  <a:schemeClr val="bg1">
                    <a:lumMod val="95000"/>
                  </a:schemeClr>
                </a:solidFill>
              </a:rPr>
              <a:t>FRAUD</a:t>
            </a:r>
          </a:p>
        </p:txBody>
      </p:sp>
    </p:spTree>
    <p:extLst>
      <p:ext uri="{BB962C8B-B14F-4D97-AF65-F5344CB8AC3E}">
        <p14:creationId xmlns:p14="http://schemas.microsoft.com/office/powerpoint/2010/main" val="3113491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down)">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right)">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animBg="1"/>
      <p:bldP spid="13" grpId="0" animBg="1"/>
      <p:bldP spid="4" grpId="0" animBg="1"/>
      <p:bldP spid="10" grpId="0" animBg="1"/>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6A2E7D5E-07D9-3CC8-E1A3-8A71CB765DA1}"/>
              </a:ext>
            </a:extLst>
          </p:cNvPr>
          <p:cNvPicPr>
            <a:picLocks noChangeAspect="1"/>
          </p:cNvPicPr>
          <p:nvPr/>
        </p:nvPicPr>
        <p:blipFill rotWithShape="1">
          <a:blip r:embed="rId3"/>
          <a:srcRect l="5097" t="4997" r="12822" b="4375"/>
          <a:stretch/>
        </p:blipFill>
        <p:spPr>
          <a:xfrm>
            <a:off x="8878691" y="2295603"/>
            <a:ext cx="2772896" cy="2756457"/>
          </a:xfrm>
          <a:prstGeom prst="rect">
            <a:avLst/>
          </a:prstGeom>
        </p:spPr>
      </p:pic>
      <p:sp>
        <p:nvSpPr>
          <p:cNvPr id="2" name="Titre 1">
            <a:extLst>
              <a:ext uri="{FF2B5EF4-FFF2-40B4-BE49-F238E27FC236}">
                <a16:creationId xmlns:a16="http://schemas.microsoft.com/office/drawing/2014/main" id="{01550143-BB45-DECE-8CD5-D2EAB39AC9C3}"/>
              </a:ext>
            </a:extLst>
          </p:cNvPr>
          <p:cNvSpPr>
            <a:spLocks noGrp="1"/>
          </p:cNvSpPr>
          <p:nvPr>
            <p:ph type="title"/>
          </p:nvPr>
        </p:nvSpPr>
        <p:spPr/>
        <p:txBody>
          <a:bodyPr/>
          <a:lstStyle/>
          <a:p>
            <a:r>
              <a:rPr lang="en-US" noProof="0" dirty="0"/>
              <a:t>Precision, recall &amp; F1 scores</a:t>
            </a:r>
          </a:p>
        </p:txBody>
      </p:sp>
      <p:sp>
        <p:nvSpPr>
          <p:cNvPr id="3" name="Espace réservé du contenu 2">
            <a:extLst>
              <a:ext uri="{FF2B5EF4-FFF2-40B4-BE49-F238E27FC236}">
                <a16:creationId xmlns:a16="http://schemas.microsoft.com/office/drawing/2014/main" id="{50F452AD-BB6D-A971-A6ED-43CD09F7AB2B}"/>
              </a:ext>
            </a:extLst>
          </p:cNvPr>
          <p:cNvSpPr>
            <a:spLocks noGrp="1"/>
          </p:cNvSpPr>
          <p:nvPr>
            <p:ph idx="1"/>
          </p:nvPr>
        </p:nvSpPr>
        <p:spPr>
          <a:xfrm>
            <a:off x="838200" y="1825625"/>
            <a:ext cx="7723340" cy="4351338"/>
          </a:xfrm>
        </p:spPr>
        <p:txBody>
          <a:bodyPr>
            <a:normAutofit fontScale="85000" lnSpcReduction="20000"/>
          </a:bodyPr>
          <a:lstStyle/>
          <a:p>
            <a:r>
              <a:rPr lang="en-US" noProof="0" dirty="0">
                <a:highlight>
                  <a:srgbClr val="00FF00"/>
                </a:highlight>
              </a:rPr>
              <a:t>Pre</a:t>
            </a:r>
            <a:r>
              <a:rPr lang="en-US" noProof="0" dirty="0"/>
              <a:t>cision </a:t>
            </a:r>
            <a:r>
              <a:rPr lang="en-US" noProof="0" dirty="0">
                <a:solidFill>
                  <a:schemeClr val="bg1">
                    <a:lumMod val="65000"/>
                  </a:schemeClr>
                </a:solidFill>
              </a:rPr>
              <a:t>(Bayes posterior)</a:t>
            </a:r>
            <a:r>
              <a:rPr lang="en-US" noProof="0" dirty="0"/>
              <a:t> :</a:t>
            </a:r>
          </a:p>
          <a:p>
            <a:pPr lvl="1"/>
            <a:r>
              <a:rPr lang="en-US" noProof="0" dirty="0"/>
              <a:t>Point de </a:t>
            </a:r>
            <a:r>
              <a:rPr lang="en-US" noProof="0" dirty="0" err="1"/>
              <a:t>vue</a:t>
            </a:r>
            <a:r>
              <a:rPr lang="en-US" noProof="0" dirty="0"/>
              <a:t> des </a:t>
            </a:r>
            <a:r>
              <a:rPr lang="en-US" noProof="0" dirty="0">
                <a:highlight>
                  <a:srgbClr val="00FF00"/>
                </a:highlight>
              </a:rPr>
              <a:t>pre</a:t>
            </a:r>
            <a:r>
              <a:rPr lang="en-US" noProof="0" dirty="0"/>
              <a:t>dictions (</a:t>
            </a:r>
            <a:r>
              <a:rPr lang="en-US" sz="1900" i="1" noProof="0" dirty="0"/>
              <a:t>par </a:t>
            </a:r>
            <a:r>
              <a:rPr lang="en-US" sz="1900" i="1" noProof="0" dirty="0" err="1"/>
              <a:t>colonne</a:t>
            </a:r>
            <a:r>
              <a:rPr lang="en-US" noProof="0" dirty="0"/>
              <a:t>)</a:t>
            </a:r>
          </a:p>
          <a:p>
            <a:pPr lvl="1"/>
            <a:r>
              <a:rPr lang="en-US" i="1" noProof="0" dirty="0">
                <a:highlight>
                  <a:srgbClr val="FFFF00"/>
                </a:highlight>
              </a:rPr>
              <a:t>De </a:t>
            </a:r>
            <a:r>
              <a:rPr lang="en-US" i="1" noProof="0" dirty="0" err="1">
                <a:highlight>
                  <a:srgbClr val="FFFF00"/>
                </a:highlight>
              </a:rPr>
              <a:t>tous</a:t>
            </a:r>
            <a:r>
              <a:rPr lang="en-US" i="1" noProof="0" dirty="0">
                <a:highlight>
                  <a:srgbClr val="FFFF00"/>
                </a:highlight>
              </a:rPr>
              <a:t> </a:t>
            </a:r>
            <a:r>
              <a:rPr lang="en-US" i="1" noProof="0" dirty="0" err="1">
                <a:highlight>
                  <a:srgbClr val="FFFF00"/>
                </a:highlight>
              </a:rPr>
              <a:t>ceux</a:t>
            </a:r>
            <a:r>
              <a:rPr lang="en-US" i="1" noProof="0" dirty="0">
                <a:highlight>
                  <a:srgbClr val="FFFF00"/>
                </a:highlight>
              </a:rPr>
              <a:t> </a:t>
            </a:r>
            <a:r>
              <a:rPr lang="en-US" i="1" noProof="0" dirty="0" err="1">
                <a:highlight>
                  <a:srgbClr val="FFFF00"/>
                </a:highlight>
              </a:rPr>
              <a:t>qu'on</a:t>
            </a:r>
            <a:r>
              <a:rPr lang="en-US" i="1" noProof="0" dirty="0">
                <a:highlight>
                  <a:srgbClr val="FFFF00"/>
                </a:highlight>
              </a:rPr>
              <a:t> </a:t>
            </a:r>
            <a:r>
              <a:rPr lang="en-US" i="1" noProof="0" dirty="0" err="1">
                <a:highlight>
                  <a:srgbClr val="FFFF00"/>
                </a:highlight>
              </a:rPr>
              <a:t>prédit</a:t>
            </a:r>
            <a:r>
              <a:rPr lang="en-US" i="1" noProof="0" dirty="0"/>
              <a:t> </a:t>
            </a:r>
            <a:r>
              <a:rPr lang="en-US" noProof="0" dirty="0" err="1"/>
              <a:t>comme</a:t>
            </a:r>
            <a:r>
              <a:rPr lang="en-US" noProof="0" dirty="0"/>
              <a:t> </a:t>
            </a:r>
            <a:r>
              <a:rPr lang="en-US" noProof="0" dirty="0" err="1"/>
              <a:t>cancéreux</a:t>
            </a:r>
            <a:r>
              <a:rPr lang="en-US" noProof="0" dirty="0"/>
              <a:t>, </a:t>
            </a:r>
            <a:r>
              <a:rPr lang="en-US" noProof="0" dirty="0" err="1"/>
              <a:t>combien</a:t>
            </a:r>
            <a:r>
              <a:rPr lang="en-US" noProof="0" dirty="0"/>
              <a:t> </a:t>
            </a:r>
            <a:r>
              <a:rPr lang="en-US" noProof="0" dirty="0" err="1"/>
              <a:t>l'ont</a:t>
            </a:r>
            <a:r>
              <a:rPr lang="en-US" noProof="0" dirty="0"/>
              <a:t> </a:t>
            </a:r>
            <a:r>
              <a:rPr lang="en-US" noProof="0" dirty="0" err="1"/>
              <a:t>réellement</a:t>
            </a:r>
            <a:r>
              <a:rPr lang="en-US" noProof="0" dirty="0"/>
              <a:t>? </a:t>
            </a:r>
          </a:p>
          <a:p>
            <a:pPr lvl="1"/>
            <a:r>
              <a:rPr lang="en-US" noProof="0" dirty="0"/>
              <a:t>TP/(TP+FP) : </a:t>
            </a:r>
            <a:r>
              <a:rPr lang="en-US" noProof="0" dirty="0" err="1"/>
              <a:t>colonne</a:t>
            </a:r>
            <a:r>
              <a:rPr lang="en-US" noProof="0" dirty="0"/>
              <a:t> de droite</a:t>
            </a:r>
          </a:p>
          <a:p>
            <a:r>
              <a:rPr lang="en-US" noProof="0" dirty="0"/>
              <a:t>Recall (rappel, </a:t>
            </a:r>
            <a:r>
              <a:rPr lang="en-US" noProof="0" dirty="0" err="1"/>
              <a:t>sensibilité</a:t>
            </a:r>
            <a:r>
              <a:rPr lang="en-US" noProof="0" dirty="0"/>
              <a:t>, True Positive Rate) : </a:t>
            </a:r>
          </a:p>
          <a:p>
            <a:pPr lvl="1"/>
            <a:r>
              <a:rPr lang="en-US" noProof="0" dirty="0"/>
              <a:t>Point de </a:t>
            </a:r>
            <a:r>
              <a:rPr lang="en-US" noProof="0" dirty="0" err="1"/>
              <a:t>vue</a:t>
            </a:r>
            <a:r>
              <a:rPr lang="en-US" noProof="0" dirty="0"/>
              <a:t> des observations (</a:t>
            </a:r>
            <a:r>
              <a:rPr lang="en-US" sz="1900" i="1" noProof="0" dirty="0"/>
              <a:t>par </a:t>
            </a:r>
            <a:r>
              <a:rPr lang="en-US" sz="1900" i="1" noProof="0" dirty="0" err="1"/>
              <a:t>ligne</a:t>
            </a:r>
            <a:r>
              <a:rPr lang="en-US" noProof="0" dirty="0"/>
              <a:t>)</a:t>
            </a:r>
          </a:p>
          <a:p>
            <a:pPr lvl="1"/>
            <a:r>
              <a:rPr lang="en-US" i="1" noProof="0" dirty="0">
                <a:highlight>
                  <a:srgbClr val="FFFF00"/>
                </a:highlight>
              </a:rPr>
              <a:t>De </a:t>
            </a:r>
            <a:r>
              <a:rPr lang="en-US" i="1" noProof="0" dirty="0" err="1">
                <a:highlight>
                  <a:srgbClr val="FFFF00"/>
                </a:highlight>
              </a:rPr>
              <a:t>tous</a:t>
            </a:r>
            <a:r>
              <a:rPr lang="en-US" i="1" noProof="0" dirty="0">
                <a:highlight>
                  <a:srgbClr val="FFFF00"/>
                </a:highlight>
              </a:rPr>
              <a:t> </a:t>
            </a:r>
            <a:r>
              <a:rPr lang="en-US" i="1" noProof="0" dirty="0" err="1">
                <a:highlight>
                  <a:srgbClr val="FFFF00"/>
                </a:highlight>
              </a:rPr>
              <a:t>ceux</a:t>
            </a:r>
            <a:r>
              <a:rPr lang="en-US" i="1" noProof="0" dirty="0">
                <a:highlight>
                  <a:srgbClr val="FFFF00"/>
                </a:highlight>
              </a:rPr>
              <a:t> </a:t>
            </a:r>
            <a:r>
              <a:rPr lang="en-US" i="1" noProof="0" dirty="0" err="1">
                <a:highlight>
                  <a:srgbClr val="FFFF00"/>
                </a:highlight>
              </a:rPr>
              <a:t>qu'on</a:t>
            </a:r>
            <a:r>
              <a:rPr lang="en-US" i="1" noProof="0" dirty="0">
                <a:highlight>
                  <a:srgbClr val="FFFF00"/>
                </a:highlight>
              </a:rPr>
              <a:t> observe </a:t>
            </a:r>
            <a:r>
              <a:rPr lang="en-US" noProof="0" dirty="0" err="1"/>
              <a:t>comme</a:t>
            </a:r>
            <a:r>
              <a:rPr lang="en-US" noProof="0" dirty="0"/>
              <a:t> </a:t>
            </a:r>
            <a:r>
              <a:rPr lang="en-US" noProof="0" dirty="0" err="1"/>
              <a:t>cancéreux</a:t>
            </a:r>
            <a:r>
              <a:rPr lang="en-US" noProof="0" dirty="0"/>
              <a:t>, </a:t>
            </a:r>
            <a:r>
              <a:rPr lang="en-US" noProof="0" dirty="0" err="1"/>
              <a:t>combien</a:t>
            </a:r>
            <a:r>
              <a:rPr lang="en-US" noProof="0" dirty="0"/>
              <a:t> </a:t>
            </a:r>
            <a:r>
              <a:rPr lang="en-US" noProof="0" dirty="0" err="1"/>
              <a:t>ont</a:t>
            </a:r>
            <a:r>
              <a:rPr lang="en-US" noProof="0" dirty="0"/>
              <a:t> </a:t>
            </a:r>
            <a:r>
              <a:rPr lang="en-US" noProof="0" dirty="0" err="1"/>
              <a:t>été</a:t>
            </a:r>
            <a:r>
              <a:rPr lang="en-US" noProof="0" dirty="0"/>
              <a:t> bien </a:t>
            </a:r>
            <a:r>
              <a:rPr lang="en-US" noProof="0" dirty="0" err="1"/>
              <a:t>classés</a:t>
            </a:r>
            <a:r>
              <a:rPr lang="en-US" noProof="0" dirty="0"/>
              <a:t>?</a:t>
            </a:r>
          </a:p>
          <a:p>
            <a:pPr lvl="1"/>
            <a:r>
              <a:rPr lang="en-US" noProof="0" dirty="0"/>
              <a:t>TP/(TP+FN) : </a:t>
            </a:r>
            <a:r>
              <a:rPr lang="en-US" noProof="0" dirty="0" err="1"/>
              <a:t>ligne</a:t>
            </a:r>
            <a:r>
              <a:rPr lang="en-US" noProof="0" dirty="0"/>
              <a:t> du bas</a:t>
            </a:r>
          </a:p>
          <a:p>
            <a:r>
              <a:rPr lang="en-US" noProof="0" dirty="0"/>
              <a:t>F1 : 2/(1/</a:t>
            </a:r>
            <a:r>
              <a:rPr lang="en-US" noProof="0" dirty="0" err="1"/>
              <a:t>Prec</a:t>
            </a:r>
            <a:r>
              <a:rPr lang="en-US" noProof="0" dirty="0"/>
              <a:t> + 1/Rec)</a:t>
            </a:r>
          </a:p>
          <a:p>
            <a:pPr lvl="1"/>
            <a:r>
              <a:rPr lang="en-US" noProof="0" dirty="0"/>
              <a:t>Moyenne </a:t>
            </a:r>
            <a:r>
              <a:rPr lang="en-US" noProof="0" dirty="0" err="1"/>
              <a:t>harmonique</a:t>
            </a:r>
            <a:r>
              <a:rPr lang="en-US" noProof="0" dirty="0"/>
              <a:t> entre Recall &amp; Precision </a:t>
            </a:r>
          </a:p>
          <a:p>
            <a:r>
              <a:rPr lang="en-US" noProof="0" dirty="0"/>
              <a:t>Accuracy (TP+TN)/(TP+FN+TN+FP)</a:t>
            </a:r>
          </a:p>
          <a:p>
            <a:pPr lvl="1"/>
            <a:r>
              <a:rPr lang="en-US" noProof="0" dirty="0"/>
              <a:t>1</a:t>
            </a:r>
            <a:r>
              <a:rPr lang="en-US" baseline="30000" noProof="0" dirty="0"/>
              <a:t>st</a:t>
            </a:r>
            <a:r>
              <a:rPr lang="en-US" noProof="0" dirty="0"/>
              <a:t> </a:t>
            </a:r>
            <a:r>
              <a:rPr lang="en-US" noProof="0" dirty="0" err="1"/>
              <a:t>diag</a:t>
            </a:r>
            <a:r>
              <a:rPr lang="en-US" noProof="0" dirty="0"/>
              <a:t> over Total</a:t>
            </a:r>
          </a:p>
        </p:txBody>
      </p:sp>
      <p:sp>
        <p:nvSpPr>
          <p:cNvPr id="6" name="ZoneTexte 5">
            <a:extLst>
              <a:ext uri="{FF2B5EF4-FFF2-40B4-BE49-F238E27FC236}">
                <a16:creationId xmlns:a16="http://schemas.microsoft.com/office/drawing/2014/main" id="{5DD7DE6D-88EC-2904-60AB-4124639D63A0}"/>
              </a:ext>
            </a:extLst>
          </p:cNvPr>
          <p:cNvSpPr txBox="1"/>
          <p:nvPr/>
        </p:nvSpPr>
        <p:spPr>
          <a:xfrm>
            <a:off x="10977568" y="4285899"/>
            <a:ext cx="415498" cy="369332"/>
          </a:xfrm>
          <a:prstGeom prst="rect">
            <a:avLst/>
          </a:prstGeom>
          <a:noFill/>
        </p:spPr>
        <p:txBody>
          <a:bodyPr wrap="none" rtlCol="0">
            <a:spAutoFit/>
          </a:bodyPr>
          <a:lstStyle/>
          <a:p>
            <a:r>
              <a:rPr lang="en-US" noProof="0" dirty="0">
                <a:solidFill>
                  <a:schemeClr val="bg1"/>
                </a:solidFill>
                <a:latin typeface="Impact" panose="020B0806030902050204" pitchFamily="34" charset="0"/>
              </a:rPr>
              <a:t>TP</a:t>
            </a:r>
          </a:p>
        </p:txBody>
      </p:sp>
      <p:sp>
        <p:nvSpPr>
          <p:cNvPr id="7" name="ZoneTexte 6">
            <a:extLst>
              <a:ext uri="{FF2B5EF4-FFF2-40B4-BE49-F238E27FC236}">
                <a16:creationId xmlns:a16="http://schemas.microsoft.com/office/drawing/2014/main" id="{49879E25-6878-2BEB-C1CD-C497153BA9D2}"/>
              </a:ext>
            </a:extLst>
          </p:cNvPr>
          <p:cNvSpPr txBox="1"/>
          <p:nvPr/>
        </p:nvSpPr>
        <p:spPr>
          <a:xfrm>
            <a:off x="9440479" y="3047902"/>
            <a:ext cx="415498" cy="369332"/>
          </a:xfrm>
          <a:prstGeom prst="rect">
            <a:avLst/>
          </a:prstGeom>
          <a:noFill/>
        </p:spPr>
        <p:txBody>
          <a:bodyPr wrap="none" rtlCol="0">
            <a:spAutoFit/>
          </a:bodyPr>
          <a:lstStyle/>
          <a:p>
            <a:r>
              <a:rPr lang="en-US" noProof="0" dirty="0">
                <a:latin typeface="Impact" panose="020B0806030902050204" pitchFamily="34" charset="0"/>
              </a:rPr>
              <a:t>TN</a:t>
            </a:r>
          </a:p>
        </p:txBody>
      </p:sp>
      <p:sp>
        <p:nvSpPr>
          <p:cNvPr id="8" name="ZoneTexte 7">
            <a:extLst>
              <a:ext uri="{FF2B5EF4-FFF2-40B4-BE49-F238E27FC236}">
                <a16:creationId xmlns:a16="http://schemas.microsoft.com/office/drawing/2014/main" id="{2B3DC166-246A-0EA1-3D76-C39162AA475B}"/>
              </a:ext>
            </a:extLst>
          </p:cNvPr>
          <p:cNvSpPr txBox="1"/>
          <p:nvPr/>
        </p:nvSpPr>
        <p:spPr>
          <a:xfrm>
            <a:off x="10944534" y="3150242"/>
            <a:ext cx="391454" cy="369332"/>
          </a:xfrm>
          <a:prstGeom prst="rect">
            <a:avLst/>
          </a:prstGeom>
          <a:noFill/>
        </p:spPr>
        <p:txBody>
          <a:bodyPr wrap="none" rtlCol="0">
            <a:spAutoFit/>
          </a:bodyPr>
          <a:lstStyle/>
          <a:p>
            <a:r>
              <a:rPr lang="en-US" noProof="0" dirty="0">
                <a:solidFill>
                  <a:schemeClr val="bg1"/>
                </a:solidFill>
                <a:latin typeface="Impact" panose="020B0806030902050204" pitchFamily="34" charset="0"/>
              </a:rPr>
              <a:t>FP</a:t>
            </a:r>
          </a:p>
        </p:txBody>
      </p:sp>
      <p:sp>
        <p:nvSpPr>
          <p:cNvPr id="9" name="ZoneTexte 8">
            <a:extLst>
              <a:ext uri="{FF2B5EF4-FFF2-40B4-BE49-F238E27FC236}">
                <a16:creationId xmlns:a16="http://schemas.microsoft.com/office/drawing/2014/main" id="{6ECCAAEB-A845-6374-EC5E-3314A8807644}"/>
              </a:ext>
            </a:extLst>
          </p:cNvPr>
          <p:cNvSpPr txBox="1"/>
          <p:nvPr/>
        </p:nvSpPr>
        <p:spPr>
          <a:xfrm>
            <a:off x="9429741" y="4327133"/>
            <a:ext cx="401072" cy="369332"/>
          </a:xfrm>
          <a:prstGeom prst="rect">
            <a:avLst/>
          </a:prstGeom>
          <a:noFill/>
        </p:spPr>
        <p:txBody>
          <a:bodyPr wrap="none" rtlCol="0">
            <a:spAutoFit/>
          </a:bodyPr>
          <a:lstStyle/>
          <a:p>
            <a:r>
              <a:rPr lang="en-US" noProof="0" dirty="0">
                <a:solidFill>
                  <a:schemeClr val="bg1"/>
                </a:solidFill>
                <a:latin typeface="Impact" panose="020B0806030902050204" pitchFamily="34" charset="0"/>
              </a:rPr>
              <a:t>FN</a:t>
            </a:r>
          </a:p>
        </p:txBody>
      </p:sp>
      <p:sp>
        <p:nvSpPr>
          <p:cNvPr id="11" name="Flèche : gauche 10">
            <a:extLst>
              <a:ext uri="{FF2B5EF4-FFF2-40B4-BE49-F238E27FC236}">
                <a16:creationId xmlns:a16="http://schemas.microsoft.com/office/drawing/2014/main" id="{45B9CAB5-DFCC-48F4-759E-E1EEC02148C6}"/>
              </a:ext>
            </a:extLst>
          </p:cNvPr>
          <p:cNvSpPr/>
          <p:nvPr/>
        </p:nvSpPr>
        <p:spPr>
          <a:xfrm>
            <a:off x="9071115" y="4945594"/>
            <a:ext cx="2462709" cy="415126"/>
          </a:xfrm>
          <a:prstGeom prst="left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noProof="0" dirty="0"/>
              <a:t>Recall</a:t>
            </a:r>
          </a:p>
        </p:txBody>
      </p:sp>
      <p:sp>
        <p:nvSpPr>
          <p:cNvPr id="13" name="Flèche : haut 12">
            <a:extLst>
              <a:ext uri="{FF2B5EF4-FFF2-40B4-BE49-F238E27FC236}">
                <a16:creationId xmlns:a16="http://schemas.microsoft.com/office/drawing/2014/main" id="{F135D333-FA3A-6428-97C5-D6FB4E06DA94}"/>
              </a:ext>
            </a:extLst>
          </p:cNvPr>
          <p:cNvSpPr/>
          <p:nvPr/>
        </p:nvSpPr>
        <p:spPr>
          <a:xfrm>
            <a:off x="11651587" y="2445328"/>
            <a:ext cx="448785" cy="240518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400" noProof="0" dirty="0"/>
              <a:t>Precision</a:t>
            </a:r>
          </a:p>
        </p:txBody>
      </p:sp>
      <p:sp>
        <p:nvSpPr>
          <p:cNvPr id="12" name="ZoneTexte 11">
            <a:extLst>
              <a:ext uri="{FF2B5EF4-FFF2-40B4-BE49-F238E27FC236}">
                <a16:creationId xmlns:a16="http://schemas.microsoft.com/office/drawing/2014/main" id="{620BC2E6-F7F1-762D-A243-2656FBC57365}"/>
              </a:ext>
            </a:extLst>
          </p:cNvPr>
          <p:cNvSpPr txBox="1"/>
          <p:nvPr/>
        </p:nvSpPr>
        <p:spPr>
          <a:xfrm>
            <a:off x="9071116" y="5507972"/>
            <a:ext cx="2580472" cy="523220"/>
          </a:xfrm>
          <a:prstGeom prst="rect">
            <a:avLst/>
          </a:prstGeom>
          <a:noFill/>
          <a:ln>
            <a:solidFill>
              <a:schemeClr val="tx1"/>
            </a:solidFill>
          </a:ln>
        </p:spPr>
        <p:txBody>
          <a:bodyPr wrap="square" rtlCol="0">
            <a:spAutoFit/>
          </a:bodyPr>
          <a:lstStyle/>
          <a:p>
            <a:r>
              <a:rPr lang="en-US" sz="1400" i="1" noProof="0" dirty="0">
                <a:latin typeface="Times New Roman" panose="02020603050405020304" pitchFamily="18" charset="0"/>
                <a:cs typeface="Times New Roman" panose="02020603050405020304" pitchFamily="18" charset="0"/>
              </a:rPr>
              <a:t>On compare TP au total de la </a:t>
            </a:r>
            <a:r>
              <a:rPr lang="en-US" sz="1400" i="1" noProof="0" dirty="0" err="1">
                <a:latin typeface="Times New Roman" panose="02020603050405020304" pitchFamily="18" charset="0"/>
                <a:cs typeface="Times New Roman" panose="02020603050405020304" pitchFamily="18" charset="0"/>
              </a:rPr>
              <a:t>ligne</a:t>
            </a:r>
            <a:r>
              <a:rPr lang="en-US" sz="1400" i="1" noProof="0" dirty="0">
                <a:latin typeface="Times New Roman" panose="02020603050405020304" pitchFamily="18" charset="0"/>
                <a:cs typeface="Times New Roman" panose="02020603050405020304" pitchFamily="18" charset="0"/>
              </a:rPr>
              <a:t> </a:t>
            </a:r>
            <a:r>
              <a:rPr lang="en-US" sz="1400" i="1" noProof="0" dirty="0" err="1">
                <a:latin typeface="Times New Roman" panose="02020603050405020304" pitchFamily="18" charset="0"/>
                <a:cs typeface="Times New Roman" panose="02020603050405020304" pitchFamily="18" charset="0"/>
              </a:rPr>
              <a:t>ou</a:t>
            </a:r>
            <a:r>
              <a:rPr lang="en-US" sz="1400" i="1" noProof="0" dirty="0">
                <a:latin typeface="Times New Roman" panose="02020603050405020304" pitchFamily="18" charset="0"/>
                <a:cs typeface="Times New Roman" panose="02020603050405020304" pitchFamily="18" charset="0"/>
              </a:rPr>
              <a:t> de la </a:t>
            </a:r>
            <a:r>
              <a:rPr lang="en-US" sz="1400" i="1" noProof="0" dirty="0" err="1">
                <a:latin typeface="Times New Roman" panose="02020603050405020304" pitchFamily="18" charset="0"/>
                <a:cs typeface="Times New Roman" panose="02020603050405020304" pitchFamily="18" charset="0"/>
              </a:rPr>
              <a:t>colonne</a:t>
            </a:r>
            <a:r>
              <a:rPr lang="en-US" sz="1400" i="1" noProof="0" dirty="0">
                <a:latin typeface="Times New Roman" panose="02020603050405020304" pitchFamily="18" charset="0"/>
                <a:cs typeface="Times New Roman" panose="02020603050405020304" pitchFamily="18" charset="0"/>
              </a:rPr>
              <a:t>.</a:t>
            </a:r>
          </a:p>
        </p:txBody>
      </p:sp>
      <p:sp>
        <p:nvSpPr>
          <p:cNvPr id="4" name="Rectangle 3">
            <a:extLst>
              <a:ext uri="{FF2B5EF4-FFF2-40B4-BE49-F238E27FC236}">
                <a16:creationId xmlns:a16="http://schemas.microsoft.com/office/drawing/2014/main" id="{0DCB7778-990E-4328-3E8E-079EAA3D8F0A}"/>
              </a:ext>
            </a:extLst>
          </p:cNvPr>
          <p:cNvSpPr/>
          <p:nvPr/>
        </p:nvSpPr>
        <p:spPr>
          <a:xfrm>
            <a:off x="10631805" y="6034"/>
            <a:ext cx="1543050" cy="51948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err="1"/>
              <a:t>Commentaires</a:t>
            </a:r>
            <a:endParaRPr lang="en-US" noProof="0" dirty="0"/>
          </a:p>
        </p:txBody>
      </p:sp>
      <p:sp>
        <p:nvSpPr>
          <p:cNvPr id="10" name="ZoneTexte 9">
            <a:extLst>
              <a:ext uri="{FF2B5EF4-FFF2-40B4-BE49-F238E27FC236}">
                <a16:creationId xmlns:a16="http://schemas.microsoft.com/office/drawing/2014/main" id="{3F088FB5-2E18-ED3C-7463-994EA167060C}"/>
              </a:ext>
            </a:extLst>
          </p:cNvPr>
          <p:cNvSpPr txBox="1"/>
          <p:nvPr/>
        </p:nvSpPr>
        <p:spPr>
          <a:xfrm>
            <a:off x="9439930" y="1926271"/>
            <a:ext cx="1701107" cy="369332"/>
          </a:xfrm>
          <a:prstGeom prst="rect">
            <a:avLst/>
          </a:prstGeom>
          <a:solidFill>
            <a:schemeClr val="accent1">
              <a:lumMod val="40000"/>
              <a:lumOff val="60000"/>
            </a:schemeClr>
          </a:solidFill>
        </p:spPr>
        <p:txBody>
          <a:bodyPr wrap="none" rtlCol="0">
            <a:spAutoFit/>
          </a:bodyPr>
          <a:lstStyle/>
          <a:p>
            <a:r>
              <a:rPr lang="en-US" noProof="0" dirty="0" err="1">
                <a:latin typeface="Courier New" panose="02070309020205020404" pitchFamily="49" charset="0"/>
                <a:cs typeface="Courier New" panose="02070309020205020404" pitchFamily="49" charset="0"/>
              </a:rPr>
              <a:t>Prédictions</a:t>
            </a:r>
            <a:endParaRPr lang="en-US" noProof="0" dirty="0">
              <a:latin typeface="Courier New" panose="02070309020205020404" pitchFamily="49" charset="0"/>
              <a:cs typeface="Courier New" panose="02070309020205020404" pitchFamily="49" charset="0"/>
            </a:endParaRPr>
          </a:p>
        </p:txBody>
      </p:sp>
      <p:sp>
        <p:nvSpPr>
          <p:cNvPr id="14" name="ZoneTexte 13">
            <a:extLst>
              <a:ext uri="{FF2B5EF4-FFF2-40B4-BE49-F238E27FC236}">
                <a16:creationId xmlns:a16="http://schemas.microsoft.com/office/drawing/2014/main" id="{5422BA34-6F23-5D64-E2F0-F006A3D44F3C}"/>
              </a:ext>
            </a:extLst>
          </p:cNvPr>
          <p:cNvSpPr txBox="1"/>
          <p:nvPr/>
        </p:nvSpPr>
        <p:spPr>
          <a:xfrm rot="16200000">
            <a:off x="8119188" y="3414423"/>
            <a:ext cx="1149674" cy="369332"/>
          </a:xfrm>
          <a:prstGeom prst="rect">
            <a:avLst/>
          </a:prstGeom>
          <a:solidFill>
            <a:schemeClr val="accent2">
              <a:lumMod val="60000"/>
              <a:lumOff val="40000"/>
            </a:schemeClr>
          </a:solidFill>
        </p:spPr>
        <p:txBody>
          <a:bodyPr wrap="none" rtlCol="0">
            <a:spAutoFit/>
          </a:bodyPr>
          <a:lstStyle/>
          <a:p>
            <a:r>
              <a:rPr lang="en-US" noProof="0" dirty="0" err="1">
                <a:latin typeface="Courier New" panose="02070309020205020404" pitchFamily="49" charset="0"/>
                <a:cs typeface="Courier New" panose="02070309020205020404" pitchFamily="49" charset="0"/>
              </a:rPr>
              <a:t>Réalité</a:t>
            </a:r>
            <a:endParaRPr lang="en-US" noProof="0" dirty="0">
              <a:latin typeface="Courier New" panose="02070309020205020404" pitchFamily="49" charset="0"/>
              <a:cs typeface="Courier New" panose="02070309020205020404" pitchFamily="49" charset="0"/>
            </a:endParaRPr>
          </a:p>
        </p:txBody>
      </p:sp>
      <p:sp>
        <p:nvSpPr>
          <p:cNvPr id="16" name="ZoneTexte 15">
            <a:extLst>
              <a:ext uri="{FF2B5EF4-FFF2-40B4-BE49-F238E27FC236}">
                <a16:creationId xmlns:a16="http://schemas.microsoft.com/office/drawing/2014/main" id="{4DF975F5-2407-35C6-2EB3-6E1E4231DD1B}"/>
              </a:ext>
            </a:extLst>
          </p:cNvPr>
          <p:cNvSpPr txBox="1"/>
          <p:nvPr/>
        </p:nvSpPr>
        <p:spPr>
          <a:xfrm>
            <a:off x="4907693" y="5853797"/>
            <a:ext cx="3606565" cy="646331"/>
          </a:xfrm>
          <a:prstGeom prst="rect">
            <a:avLst/>
          </a:prstGeom>
          <a:solidFill>
            <a:schemeClr val="accent6">
              <a:lumMod val="20000"/>
              <a:lumOff val="80000"/>
            </a:schemeClr>
          </a:solidFill>
          <a:ln>
            <a:solidFill>
              <a:schemeClr val="tx1"/>
            </a:solidFill>
          </a:ln>
          <a:effectLst>
            <a:outerShdw blurRad="50800" dist="38100" dir="2700000" algn="tl" rotWithShape="0">
              <a:prstClr val="black">
                <a:alpha val="40000"/>
              </a:prstClr>
            </a:outerShdw>
          </a:effectLst>
        </p:spPr>
        <p:txBody>
          <a:bodyPr wrap="none" rtlCol="0">
            <a:spAutoFit/>
          </a:bodyPr>
          <a:lstStyle>
            <a:defPPr>
              <a:defRPr lang="fr-FR"/>
            </a:defPPr>
          </a:lstStyle>
          <a:p>
            <a:r>
              <a:rPr lang="en-US" noProof="0" dirty="0"/>
              <a:t>Lors des runs </a:t>
            </a:r>
            <a:r>
              <a:rPr lang="en-US" noProof="0" dirty="0" err="1"/>
              <a:t>successifs</a:t>
            </a:r>
            <a:r>
              <a:rPr lang="en-US" noProof="0" dirty="0"/>
              <a:t> </a:t>
            </a:r>
            <a:r>
              <a:rPr lang="en-US" noProof="0" dirty="0" err="1"/>
              <a:t>surveiller</a:t>
            </a:r>
            <a:r>
              <a:rPr lang="en-US" noProof="0" dirty="0"/>
              <a:t> </a:t>
            </a:r>
          </a:p>
          <a:p>
            <a:r>
              <a:rPr lang="en-US" noProof="0" dirty="0"/>
              <a:t>comment la </a:t>
            </a:r>
            <a:r>
              <a:rPr lang="en-US" noProof="0" dirty="0" err="1"/>
              <a:t>métrique</a:t>
            </a:r>
            <a:r>
              <a:rPr lang="en-US" noProof="0" dirty="0"/>
              <a:t> </a:t>
            </a:r>
            <a:r>
              <a:rPr lang="en-US" noProof="0" dirty="0" err="1"/>
              <a:t>choisie</a:t>
            </a:r>
            <a:r>
              <a:rPr lang="en-US" noProof="0" dirty="0"/>
              <a:t> </a:t>
            </a:r>
            <a:r>
              <a:rPr lang="en-US" noProof="0" dirty="0" err="1"/>
              <a:t>évolue</a:t>
            </a:r>
            <a:endParaRPr lang="en-US" noProof="0" dirty="0"/>
          </a:p>
        </p:txBody>
      </p:sp>
      <p:sp>
        <p:nvSpPr>
          <p:cNvPr id="18" name="Rectangle 17">
            <a:extLst>
              <a:ext uri="{FF2B5EF4-FFF2-40B4-BE49-F238E27FC236}">
                <a16:creationId xmlns:a16="http://schemas.microsoft.com/office/drawing/2014/main" id="{D08D3D04-AEA4-9246-D67D-77A84139705E}"/>
              </a:ext>
            </a:extLst>
          </p:cNvPr>
          <p:cNvSpPr/>
          <p:nvPr/>
        </p:nvSpPr>
        <p:spPr>
          <a:xfrm>
            <a:off x="0" y="13654"/>
            <a:ext cx="1543050" cy="519484"/>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Animations</a:t>
            </a:r>
          </a:p>
        </p:txBody>
      </p:sp>
    </p:spTree>
    <p:extLst>
      <p:ext uri="{BB962C8B-B14F-4D97-AF65-F5344CB8AC3E}">
        <p14:creationId xmlns:p14="http://schemas.microsoft.com/office/powerpoint/2010/main" val="4079956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down)">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down)">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right)">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
                                            <p:txEl>
                                              <p:pRg st="0" end="0"/>
                                            </p:txEl>
                                          </p:spTgt>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
                                            <p:txEl>
                                              <p:pRg st="1" end="1"/>
                                            </p:txEl>
                                          </p:spTgt>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
                                            <p:txEl>
                                              <p:pRg st="2" end="2"/>
                                            </p:txEl>
                                          </p:spTgt>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
                                            <p:txEl>
                                              <p:pRg st="4" end="4"/>
                                            </p:txEl>
                                          </p:spTgt>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
                                            <p:txEl>
                                              <p:pRg st="5" end="5"/>
                                            </p:txEl>
                                          </p:spTgt>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
                                            <p:txEl>
                                              <p:pRg st="6" end="6"/>
                                            </p:txEl>
                                          </p:spTgt>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
                                            <p:txEl>
                                              <p:pRg st="8" end="8"/>
                                            </p:txEl>
                                          </p:spTgt>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
                                            <p:txEl>
                                              <p:pRg st="10" end="10"/>
                                            </p:txEl>
                                          </p:spTgt>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animBg="1"/>
      <p:bldP spid="13" grpId="0" animBg="1"/>
      <p:bldP spid="12" grpId="0" animBg="1"/>
      <p:bldP spid="4" grpId="0" animBg="1"/>
      <p:bldP spid="10" grpId="0" animBg="1"/>
      <p:bldP spid="14" grpId="0" animBg="1"/>
      <p:bldP spid="16"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1B4A16-A2A1-2F2F-63C0-6F6C3B64C517}"/>
              </a:ext>
            </a:extLst>
          </p:cNvPr>
          <p:cNvSpPr>
            <a:spLocks noGrp="1"/>
          </p:cNvSpPr>
          <p:nvPr>
            <p:ph type="title"/>
          </p:nvPr>
        </p:nvSpPr>
        <p:spPr/>
        <p:txBody>
          <a:bodyPr/>
          <a:lstStyle/>
          <a:p>
            <a:r>
              <a:rPr lang="en-US" noProof="0" dirty="0"/>
              <a:t>F1 Score - Moyenne </a:t>
            </a:r>
            <a:r>
              <a:rPr lang="en-US" noProof="0" dirty="0" err="1"/>
              <a:t>Harmonique</a:t>
            </a:r>
            <a:r>
              <a:rPr lang="en-US" noProof="0" dirty="0"/>
              <a:t> ?	</a:t>
            </a:r>
          </a:p>
        </p:txBody>
      </p:sp>
      <p:sp>
        <p:nvSpPr>
          <p:cNvPr id="3" name="Espace réservé du contenu 2">
            <a:extLst>
              <a:ext uri="{FF2B5EF4-FFF2-40B4-BE49-F238E27FC236}">
                <a16:creationId xmlns:a16="http://schemas.microsoft.com/office/drawing/2014/main" id="{D94B0FC2-F0EE-F9BB-44B8-F9E2D80018F8}"/>
              </a:ext>
            </a:extLst>
          </p:cNvPr>
          <p:cNvSpPr>
            <a:spLocks noGrp="1"/>
          </p:cNvSpPr>
          <p:nvPr>
            <p:ph idx="1"/>
          </p:nvPr>
        </p:nvSpPr>
        <p:spPr/>
        <p:txBody>
          <a:bodyPr/>
          <a:lstStyle/>
          <a:p>
            <a:r>
              <a:rPr lang="en-US" noProof="0" dirty="0" err="1"/>
              <a:t>Penser</a:t>
            </a:r>
            <a:r>
              <a:rPr lang="en-US" noProof="0" dirty="0"/>
              <a:t> à </a:t>
            </a:r>
            <a:r>
              <a:rPr lang="en-US" noProof="0" dirty="0" err="1"/>
              <a:t>moyenne</a:t>
            </a:r>
            <a:r>
              <a:rPr lang="en-US" noProof="0" dirty="0"/>
              <a:t> </a:t>
            </a:r>
            <a:r>
              <a:rPr lang="en-US" noProof="0" dirty="0" err="1"/>
              <a:t>harmonieuse</a:t>
            </a:r>
            <a:endParaRPr lang="en-US" noProof="0" dirty="0"/>
          </a:p>
          <a:p>
            <a:r>
              <a:rPr lang="en-US" noProof="0" dirty="0"/>
              <a:t>Elle est </a:t>
            </a:r>
            <a:r>
              <a:rPr lang="en-US" noProof="0" dirty="0" err="1"/>
              <a:t>maximale</a:t>
            </a:r>
            <a:r>
              <a:rPr lang="en-US" noProof="0" dirty="0"/>
              <a:t> </a:t>
            </a:r>
            <a:r>
              <a:rPr lang="en-US" noProof="0" dirty="0" err="1"/>
              <a:t>quand</a:t>
            </a:r>
            <a:r>
              <a:rPr lang="en-US" noProof="0" dirty="0"/>
              <a:t> les </a:t>
            </a:r>
            <a:r>
              <a:rPr lang="en-US" noProof="0" dirty="0" err="1"/>
              <a:t>valeurs</a:t>
            </a:r>
            <a:r>
              <a:rPr lang="en-US" noProof="0" dirty="0"/>
              <a:t> </a:t>
            </a:r>
            <a:r>
              <a:rPr lang="en-US" noProof="0" dirty="0" err="1"/>
              <a:t>sont</a:t>
            </a:r>
            <a:r>
              <a:rPr lang="en-US" noProof="0" dirty="0"/>
              <a:t> </a:t>
            </a:r>
            <a:r>
              <a:rPr lang="en-US" noProof="0" dirty="0" err="1"/>
              <a:t>identiques</a:t>
            </a:r>
            <a:endParaRPr lang="en-US" noProof="0" dirty="0"/>
          </a:p>
          <a:p>
            <a:r>
              <a:rPr lang="en-US" noProof="0" dirty="0"/>
              <a:t>F1 : on </a:t>
            </a:r>
            <a:r>
              <a:rPr lang="en-US" noProof="0" dirty="0" err="1"/>
              <a:t>cherche</a:t>
            </a:r>
            <a:r>
              <a:rPr lang="en-US" noProof="0" dirty="0"/>
              <a:t> le </a:t>
            </a:r>
            <a:r>
              <a:rPr lang="en-US" noProof="0" dirty="0" err="1"/>
              <a:t>compromis</a:t>
            </a:r>
            <a:r>
              <a:rPr lang="en-US" noProof="0" dirty="0"/>
              <a:t> Recall &amp; Precision </a:t>
            </a:r>
          </a:p>
        </p:txBody>
      </p:sp>
      <p:pic>
        <p:nvPicPr>
          <p:cNvPr id="5" name="Image 4">
            <a:extLst>
              <a:ext uri="{FF2B5EF4-FFF2-40B4-BE49-F238E27FC236}">
                <a16:creationId xmlns:a16="http://schemas.microsoft.com/office/drawing/2014/main" id="{7B6CFF00-ADE5-2795-B495-0D2B68356742}"/>
              </a:ext>
            </a:extLst>
          </p:cNvPr>
          <p:cNvPicPr>
            <a:picLocks noChangeAspect="1"/>
          </p:cNvPicPr>
          <p:nvPr/>
        </p:nvPicPr>
        <p:blipFill>
          <a:blip r:embed="rId2"/>
          <a:stretch>
            <a:fillRect/>
          </a:stretch>
        </p:blipFill>
        <p:spPr>
          <a:xfrm>
            <a:off x="965640" y="3354064"/>
            <a:ext cx="6031846" cy="1750987"/>
          </a:xfrm>
          <a:prstGeom prst="rect">
            <a:avLst/>
          </a:prstGeom>
        </p:spPr>
      </p:pic>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ED583121-A5BA-17E2-6CFA-CB0F9A732A7F}"/>
                  </a:ext>
                </a:extLst>
              </p:cNvPr>
              <p:cNvSpPr txBox="1"/>
              <p:nvPr/>
            </p:nvSpPr>
            <p:spPr>
              <a:xfrm>
                <a:off x="7691977" y="3857597"/>
                <a:ext cx="2262158" cy="7439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𝑀</m:t>
                          </m:r>
                        </m:e>
                        <m:sub>
                          <m:r>
                            <a:rPr lang="en-US" b="0" i="1" noProof="0" smtClean="0">
                              <a:latin typeface="Cambria Math" panose="02040503050406030204" pitchFamily="18" charset="0"/>
                            </a:rPr>
                            <m:t>h</m:t>
                          </m:r>
                        </m:sub>
                      </m:sSub>
                      <m:r>
                        <a:rPr lang="en-US" b="0" i="1" noProof="0" smtClean="0">
                          <a:latin typeface="Cambria Math" panose="02040503050406030204" pitchFamily="18" charset="0"/>
                        </a:rPr>
                        <m:t>= </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2</m:t>
                          </m:r>
                        </m:num>
                        <m:den>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1</m:t>
                              </m:r>
                            </m:num>
                            <m:den>
                              <m:r>
                                <a:rPr lang="en-US" b="0" i="1" noProof="0" smtClean="0">
                                  <a:latin typeface="Cambria Math" panose="02040503050406030204" pitchFamily="18" charset="0"/>
                                </a:rPr>
                                <m:t>40</m:t>
                              </m:r>
                            </m:den>
                          </m:f>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1</m:t>
                              </m:r>
                            </m:num>
                            <m:den>
                              <m:r>
                                <a:rPr lang="en-US" b="0" i="1" noProof="0" smtClean="0">
                                  <a:latin typeface="Cambria Math" panose="02040503050406030204" pitchFamily="18" charset="0"/>
                                </a:rPr>
                                <m:t>60</m:t>
                              </m:r>
                            </m:den>
                          </m:f>
                        </m:den>
                      </m:f>
                      <m:r>
                        <a:rPr lang="en-US" b="0" i="1" noProof="0" smtClean="0">
                          <a:latin typeface="Cambria Math" panose="02040503050406030204" pitchFamily="18" charset="0"/>
                        </a:rPr>
                        <m:t>=48 </m:t>
                      </m:r>
                      <m:r>
                        <m:rPr>
                          <m:sty m:val="p"/>
                        </m:rPr>
                        <a:rPr lang="en-US" b="0" i="1" noProof="0" smtClean="0">
                          <a:latin typeface="Cambria Math" panose="02040503050406030204" pitchFamily="18" charset="0"/>
                          <a:ea typeface="Cambria Math" panose="02040503050406030204" pitchFamily="18" charset="0"/>
                        </a:rPr>
                        <m:t>Ω</m:t>
                      </m:r>
                    </m:oMath>
                  </m:oMathPara>
                </a14:m>
                <a:endParaRPr lang="en-US" noProof="0" dirty="0"/>
              </a:p>
            </p:txBody>
          </p:sp>
        </mc:Choice>
        <mc:Fallback xmlns="">
          <p:sp>
            <p:nvSpPr>
              <p:cNvPr id="6" name="ZoneTexte 5">
                <a:extLst>
                  <a:ext uri="{FF2B5EF4-FFF2-40B4-BE49-F238E27FC236}">
                    <a16:creationId xmlns:a16="http://schemas.microsoft.com/office/drawing/2014/main" id="{ED583121-A5BA-17E2-6CFA-CB0F9A732A7F}"/>
                  </a:ext>
                </a:extLst>
              </p:cNvPr>
              <p:cNvSpPr txBox="1">
                <a:spLocks noRot="1" noChangeAspect="1" noMove="1" noResize="1" noEditPoints="1" noAdjustHandles="1" noChangeArrowheads="1" noChangeShapeType="1" noTextEdit="1"/>
              </p:cNvSpPr>
              <p:nvPr/>
            </p:nvSpPr>
            <p:spPr>
              <a:xfrm>
                <a:off x="7691977" y="3857597"/>
                <a:ext cx="2262158" cy="743922"/>
              </a:xfrm>
              <a:prstGeom prst="rect">
                <a:avLst/>
              </a:prstGeom>
              <a:blipFill>
                <a:blip r:embed="rId3"/>
                <a:stretch>
                  <a:fillRect/>
                </a:stretch>
              </a:blipFill>
            </p:spPr>
            <p:txBody>
              <a:bodyPr/>
              <a:lstStyle/>
              <a:p>
                <a:r>
                  <a:rPr lang="fr-FR">
                    <a:noFill/>
                  </a:rPr>
                  <a:t> </a:t>
                </a:r>
              </a:p>
            </p:txBody>
          </p:sp>
        </mc:Fallback>
      </mc:AlternateContent>
      <p:pic>
        <p:nvPicPr>
          <p:cNvPr id="8" name="Image 7">
            <a:extLst>
              <a:ext uri="{FF2B5EF4-FFF2-40B4-BE49-F238E27FC236}">
                <a16:creationId xmlns:a16="http://schemas.microsoft.com/office/drawing/2014/main" id="{A6581B89-AA93-2895-7C2D-5A6D3C5CA0DA}"/>
              </a:ext>
            </a:extLst>
          </p:cNvPr>
          <p:cNvPicPr>
            <a:picLocks noChangeAspect="1"/>
          </p:cNvPicPr>
          <p:nvPr/>
        </p:nvPicPr>
        <p:blipFill>
          <a:blip r:embed="rId4"/>
          <a:stretch>
            <a:fillRect/>
          </a:stretch>
        </p:blipFill>
        <p:spPr>
          <a:xfrm>
            <a:off x="965640" y="5239988"/>
            <a:ext cx="5791621" cy="978100"/>
          </a:xfrm>
          <a:prstGeom prst="rect">
            <a:avLst/>
          </a:prstGeom>
        </p:spPr>
      </p:pic>
      <p:sp>
        <p:nvSpPr>
          <p:cNvPr id="9" name="ZoneTexte 8">
            <a:extLst>
              <a:ext uri="{FF2B5EF4-FFF2-40B4-BE49-F238E27FC236}">
                <a16:creationId xmlns:a16="http://schemas.microsoft.com/office/drawing/2014/main" id="{48253C7B-9CE2-8DFE-6ECD-25CF48E450C9}"/>
              </a:ext>
            </a:extLst>
          </p:cNvPr>
          <p:cNvSpPr txBox="1"/>
          <p:nvPr/>
        </p:nvSpPr>
        <p:spPr>
          <a:xfrm>
            <a:off x="7691977" y="5571757"/>
            <a:ext cx="3919663" cy="646331"/>
          </a:xfrm>
          <a:prstGeom prst="rect">
            <a:avLst/>
          </a:prstGeom>
          <a:solidFill>
            <a:schemeClr val="accent4">
              <a:lumMod val="20000"/>
              <a:lumOff val="80000"/>
            </a:schemeClr>
          </a:solidFill>
        </p:spPr>
        <p:txBody>
          <a:bodyPr wrap="none" rtlCol="0">
            <a:spAutoFit/>
          </a:bodyPr>
          <a:lstStyle/>
          <a:p>
            <a:pPr marL="285750" indent="-285750">
              <a:buFont typeface="Arial" panose="020B0604020202020204" pitchFamily="34" charset="0"/>
              <a:buChar char="•"/>
            </a:pPr>
            <a:r>
              <a:rPr lang="en-US" noProof="0" dirty="0">
                <a:latin typeface="Courier New" panose="02070309020205020404" pitchFamily="49" charset="0"/>
                <a:cs typeface="Courier New" panose="02070309020205020404" pitchFamily="49" charset="0"/>
              </a:rPr>
              <a:t>La </a:t>
            </a:r>
            <a:r>
              <a:rPr lang="en-US" noProof="0" dirty="0" err="1">
                <a:latin typeface="Courier New" panose="02070309020205020404" pitchFamily="49" charset="0"/>
                <a:cs typeface="Courier New" panose="02070309020205020404" pitchFamily="49" charset="0"/>
              </a:rPr>
              <a:t>moitié</a:t>
            </a:r>
            <a:r>
              <a:rPr lang="en-US" noProof="0" dirty="0">
                <a:latin typeface="Courier New" panose="02070309020205020404" pitchFamily="49" charset="0"/>
                <a:cs typeface="Courier New" panose="02070309020205020404" pitchFamily="49" charset="0"/>
              </a:rPr>
              <a:t> de la distance</a:t>
            </a:r>
          </a:p>
          <a:p>
            <a:pPr marL="285750" indent="-285750">
              <a:buFont typeface="Arial" panose="020B0604020202020204" pitchFamily="34" charset="0"/>
              <a:buChar char="•"/>
            </a:pPr>
            <a:r>
              <a:rPr lang="en-US" b="1" noProof="0" dirty="0">
                <a:latin typeface="Courier New" panose="02070309020205020404" pitchFamily="49" charset="0"/>
                <a:cs typeface="Courier New" panose="02070309020205020404" pitchFamily="49" charset="0"/>
              </a:rPr>
              <a:t>Pas</a:t>
            </a:r>
            <a:r>
              <a:rPr lang="en-US" noProof="0" dirty="0">
                <a:latin typeface="Courier New" panose="02070309020205020404" pitchFamily="49" charset="0"/>
                <a:cs typeface="Courier New" panose="02070309020205020404" pitchFamily="49" charset="0"/>
              </a:rPr>
              <a:t> la </a:t>
            </a:r>
            <a:r>
              <a:rPr lang="en-US" noProof="0" dirty="0" err="1">
                <a:latin typeface="Courier New" panose="02070309020205020404" pitchFamily="49" charset="0"/>
                <a:cs typeface="Courier New" panose="02070309020205020404" pitchFamily="49" charset="0"/>
              </a:rPr>
              <a:t>moitié</a:t>
            </a:r>
            <a:r>
              <a:rPr lang="en-US" noProof="0" dirty="0">
                <a:latin typeface="Courier New" panose="02070309020205020404" pitchFamily="49" charset="0"/>
                <a:cs typeface="Courier New" panose="02070309020205020404" pitchFamily="49" charset="0"/>
              </a:rPr>
              <a:t> du temps</a:t>
            </a:r>
          </a:p>
        </p:txBody>
      </p:sp>
    </p:spTree>
    <p:extLst>
      <p:ext uri="{BB962C8B-B14F-4D97-AF65-F5344CB8AC3E}">
        <p14:creationId xmlns:p14="http://schemas.microsoft.com/office/powerpoint/2010/main" val="2230592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359434-9D71-E72A-3BF7-7BD93DBF93B4}"/>
            </a:ext>
          </a:extLst>
        </p:cNvPr>
        <p:cNvGrpSpPr/>
        <p:nvPr/>
      </p:nvGrpSpPr>
      <p:grpSpPr>
        <a:xfrm>
          <a:off x="0" y="0"/>
          <a:ext cx="0" cy="0"/>
          <a:chOff x="0" y="0"/>
          <a:chExt cx="0" cy="0"/>
        </a:xfrm>
      </p:grpSpPr>
      <p:pic>
        <p:nvPicPr>
          <p:cNvPr id="6" name="Image 5">
            <a:extLst>
              <a:ext uri="{FF2B5EF4-FFF2-40B4-BE49-F238E27FC236}">
                <a16:creationId xmlns:a16="http://schemas.microsoft.com/office/drawing/2014/main" id="{6AB4FE2F-8F71-9080-1554-B19C8CEC36B0}"/>
              </a:ext>
            </a:extLst>
          </p:cNvPr>
          <p:cNvPicPr>
            <a:picLocks noChangeAspect="1"/>
          </p:cNvPicPr>
          <p:nvPr/>
        </p:nvPicPr>
        <p:blipFill rotWithShape="1">
          <a:blip r:embed="rId3"/>
          <a:srcRect l="5097" t="4997" r="12822" b="4625"/>
          <a:stretch/>
        </p:blipFill>
        <p:spPr>
          <a:xfrm>
            <a:off x="8878691" y="2295603"/>
            <a:ext cx="2772896" cy="2748837"/>
          </a:xfrm>
          <a:prstGeom prst="rect">
            <a:avLst/>
          </a:prstGeom>
        </p:spPr>
      </p:pic>
      <p:sp>
        <p:nvSpPr>
          <p:cNvPr id="7" name="ZoneTexte 6">
            <a:extLst>
              <a:ext uri="{FF2B5EF4-FFF2-40B4-BE49-F238E27FC236}">
                <a16:creationId xmlns:a16="http://schemas.microsoft.com/office/drawing/2014/main" id="{8D17E4D8-E08F-F3A9-1EF2-0815948EBB7A}"/>
              </a:ext>
            </a:extLst>
          </p:cNvPr>
          <p:cNvSpPr txBox="1"/>
          <p:nvPr/>
        </p:nvSpPr>
        <p:spPr>
          <a:xfrm>
            <a:off x="10752778" y="4047918"/>
            <a:ext cx="415498" cy="369332"/>
          </a:xfrm>
          <a:prstGeom prst="rect">
            <a:avLst/>
          </a:prstGeom>
          <a:solidFill>
            <a:srgbClr val="2E6D8E"/>
          </a:solidFill>
        </p:spPr>
        <p:txBody>
          <a:bodyPr wrap="none" rtlCol="0">
            <a:spAutoFit/>
          </a:bodyPr>
          <a:lstStyle/>
          <a:p>
            <a:r>
              <a:rPr lang="en-US" noProof="0" dirty="0">
                <a:solidFill>
                  <a:schemeClr val="bg1"/>
                </a:solidFill>
                <a:latin typeface="Impact" panose="020B0806030902050204" pitchFamily="34" charset="0"/>
              </a:rPr>
              <a:t>TP</a:t>
            </a:r>
          </a:p>
        </p:txBody>
      </p:sp>
      <p:sp>
        <p:nvSpPr>
          <p:cNvPr id="8" name="ZoneTexte 7">
            <a:extLst>
              <a:ext uri="{FF2B5EF4-FFF2-40B4-BE49-F238E27FC236}">
                <a16:creationId xmlns:a16="http://schemas.microsoft.com/office/drawing/2014/main" id="{B37BFA5E-4927-36AD-5AB3-7A9E8C32F0C3}"/>
              </a:ext>
            </a:extLst>
          </p:cNvPr>
          <p:cNvSpPr txBox="1"/>
          <p:nvPr/>
        </p:nvSpPr>
        <p:spPr>
          <a:xfrm>
            <a:off x="9429741" y="2757370"/>
            <a:ext cx="415498" cy="369332"/>
          </a:xfrm>
          <a:prstGeom prst="rect">
            <a:avLst/>
          </a:prstGeom>
          <a:solidFill>
            <a:srgbClr val="FDE724"/>
          </a:solidFill>
        </p:spPr>
        <p:txBody>
          <a:bodyPr wrap="none" rtlCol="0">
            <a:spAutoFit/>
          </a:bodyPr>
          <a:lstStyle/>
          <a:p>
            <a:r>
              <a:rPr lang="en-US" noProof="0" dirty="0">
                <a:latin typeface="Impact" panose="020B0806030902050204" pitchFamily="34" charset="0"/>
              </a:rPr>
              <a:t>TN</a:t>
            </a:r>
          </a:p>
        </p:txBody>
      </p:sp>
      <p:sp>
        <p:nvSpPr>
          <p:cNvPr id="9" name="ZoneTexte 8">
            <a:extLst>
              <a:ext uri="{FF2B5EF4-FFF2-40B4-BE49-F238E27FC236}">
                <a16:creationId xmlns:a16="http://schemas.microsoft.com/office/drawing/2014/main" id="{B9D9BD7B-20D7-3691-D1E0-B4596851F2F1}"/>
              </a:ext>
            </a:extLst>
          </p:cNvPr>
          <p:cNvSpPr txBox="1"/>
          <p:nvPr/>
        </p:nvSpPr>
        <p:spPr>
          <a:xfrm>
            <a:off x="10734984" y="2757370"/>
            <a:ext cx="391454" cy="369332"/>
          </a:xfrm>
          <a:prstGeom prst="rect">
            <a:avLst/>
          </a:prstGeom>
          <a:solidFill>
            <a:srgbClr val="440154"/>
          </a:solidFill>
        </p:spPr>
        <p:txBody>
          <a:bodyPr wrap="none" rtlCol="0">
            <a:spAutoFit/>
          </a:bodyPr>
          <a:lstStyle/>
          <a:p>
            <a:r>
              <a:rPr lang="en-US" noProof="0" dirty="0">
                <a:solidFill>
                  <a:schemeClr val="bg1"/>
                </a:solidFill>
                <a:latin typeface="Impact" panose="020B0806030902050204" pitchFamily="34" charset="0"/>
              </a:rPr>
              <a:t>FP</a:t>
            </a:r>
          </a:p>
        </p:txBody>
      </p:sp>
      <p:sp>
        <p:nvSpPr>
          <p:cNvPr id="10" name="ZoneTexte 9">
            <a:extLst>
              <a:ext uri="{FF2B5EF4-FFF2-40B4-BE49-F238E27FC236}">
                <a16:creationId xmlns:a16="http://schemas.microsoft.com/office/drawing/2014/main" id="{DBFA8429-D6EA-D22B-9C5E-B918F90C98EC}"/>
              </a:ext>
            </a:extLst>
          </p:cNvPr>
          <p:cNvSpPr txBox="1"/>
          <p:nvPr/>
        </p:nvSpPr>
        <p:spPr>
          <a:xfrm>
            <a:off x="9460786" y="4047918"/>
            <a:ext cx="401072" cy="369332"/>
          </a:xfrm>
          <a:prstGeom prst="rect">
            <a:avLst/>
          </a:prstGeom>
          <a:solidFill>
            <a:srgbClr val="453580"/>
          </a:solidFill>
        </p:spPr>
        <p:txBody>
          <a:bodyPr wrap="none" rtlCol="0">
            <a:spAutoFit/>
          </a:bodyPr>
          <a:lstStyle/>
          <a:p>
            <a:r>
              <a:rPr lang="en-US" noProof="0" dirty="0">
                <a:solidFill>
                  <a:schemeClr val="bg1"/>
                </a:solidFill>
                <a:latin typeface="Impact" panose="020B0806030902050204" pitchFamily="34" charset="0"/>
              </a:rPr>
              <a:t>FN</a:t>
            </a:r>
          </a:p>
        </p:txBody>
      </p:sp>
      <p:sp>
        <p:nvSpPr>
          <p:cNvPr id="11" name="Flèche : gauche 10">
            <a:extLst>
              <a:ext uri="{FF2B5EF4-FFF2-40B4-BE49-F238E27FC236}">
                <a16:creationId xmlns:a16="http://schemas.microsoft.com/office/drawing/2014/main" id="{7989A6DC-AC9C-DDC4-476D-E6667B0C7F9D}"/>
              </a:ext>
            </a:extLst>
          </p:cNvPr>
          <p:cNvSpPr/>
          <p:nvPr/>
        </p:nvSpPr>
        <p:spPr>
          <a:xfrm>
            <a:off x="9009405" y="5277064"/>
            <a:ext cx="2564106" cy="415126"/>
          </a:xfrm>
          <a:prstGeom prst="left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noProof="0" dirty="0"/>
              <a:t>Recall</a:t>
            </a:r>
          </a:p>
        </p:txBody>
      </p:sp>
      <p:sp>
        <p:nvSpPr>
          <p:cNvPr id="12" name="Flèche : haut 11">
            <a:extLst>
              <a:ext uri="{FF2B5EF4-FFF2-40B4-BE49-F238E27FC236}">
                <a16:creationId xmlns:a16="http://schemas.microsoft.com/office/drawing/2014/main" id="{8CD01ECC-60FB-721C-0217-DD994CE842AE}"/>
              </a:ext>
            </a:extLst>
          </p:cNvPr>
          <p:cNvSpPr/>
          <p:nvPr/>
        </p:nvSpPr>
        <p:spPr>
          <a:xfrm>
            <a:off x="11605867" y="2309498"/>
            <a:ext cx="448785" cy="255195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400" noProof="0" dirty="0"/>
              <a:t>Precision</a:t>
            </a:r>
          </a:p>
        </p:txBody>
      </p:sp>
      <p:sp>
        <p:nvSpPr>
          <p:cNvPr id="13" name="ZoneTexte 12">
            <a:extLst>
              <a:ext uri="{FF2B5EF4-FFF2-40B4-BE49-F238E27FC236}">
                <a16:creationId xmlns:a16="http://schemas.microsoft.com/office/drawing/2014/main" id="{C0EBC0C6-D0CA-C517-5220-0C13AACEFE67}"/>
              </a:ext>
            </a:extLst>
          </p:cNvPr>
          <p:cNvSpPr txBox="1"/>
          <p:nvPr/>
        </p:nvSpPr>
        <p:spPr>
          <a:xfrm>
            <a:off x="9009404" y="1911031"/>
            <a:ext cx="2564106" cy="369332"/>
          </a:xfrm>
          <a:prstGeom prst="rect">
            <a:avLst/>
          </a:prstGeom>
          <a:solidFill>
            <a:schemeClr val="accent1">
              <a:lumMod val="40000"/>
              <a:lumOff val="60000"/>
            </a:schemeClr>
          </a:solidFill>
        </p:spPr>
        <p:txBody>
          <a:bodyPr wrap="square" rtlCol="0">
            <a:spAutoFit/>
          </a:bodyPr>
          <a:lstStyle/>
          <a:p>
            <a:pPr algn="ctr"/>
            <a:r>
              <a:rPr lang="en-US" noProof="0" dirty="0">
                <a:latin typeface="Courier New" panose="02070309020205020404" pitchFamily="49" charset="0"/>
                <a:cs typeface="Courier New" panose="02070309020205020404" pitchFamily="49" charset="0"/>
              </a:rPr>
              <a:t>Predictions</a:t>
            </a:r>
          </a:p>
        </p:txBody>
      </p:sp>
      <p:sp>
        <p:nvSpPr>
          <p:cNvPr id="14" name="ZoneTexte 13">
            <a:extLst>
              <a:ext uri="{FF2B5EF4-FFF2-40B4-BE49-F238E27FC236}">
                <a16:creationId xmlns:a16="http://schemas.microsoft.com/office/drawing/2014/main" id="{8A76DEBE-ED1B-FD33-1D87-3CCA458F83CB}"/>
              </a:ext>
            </a:extLst>
          </p:cNvPr>
          <p:cNvSpPr txBox="1"/>
          <p:nvPr/>
        </p:nvSpPr>
        <p:spPr>
          <a:xfrm rot="16200000">
            <a:off x="7147158" y="3410153"/>
            <a:ext cx="2560331" cy="369332"/>
          </a:xfrm>
          <a:prstGeom prst="rect">
            <a:avLst/>
          </a:prstGeom>
          <a:solidFill>
            <a:schemeClr val="accent2">
              <a:lumMod val="60000"/>
              <a:lumOff val="40000"/>
            </a:schemeClr>
          </a:solidFill>
        </p:spPr>
        <p:txBody>
          <a:bodyPr wrap="square" rtlCol="0">
            <a:spAutoFit/>
          </a:bodyPr>
          <a:lstStyle/>
          <a:p>
            <a:pPr algn="ctr"/>
            <a:r>
              <a:rPr lang="en-US" noProof="0" dirty="0">
                <a:latin typeface="Courier New" panose="02070309020205020404" pitchFamily="49" charset="0"/>
                <a:cs typeface="Courier New" panose="02070309020205020404" pitchFamily="49" charset="0"/>
              </a:rPr>
              <a:t>Reality</a:t>
            </a:r>
          </a:p>
        </p:txBody>
      </p:sp>
      <p:sp>
        <p:nvSpPr>
          <p:cNvPr id="19" name="ZoneTexte 18">
            <a:extLst>
              <a:ext uri="{FF2B5EF4-FFF2-40B4-BE49-F238E27FC236}">
                <a16:creationId xmlns:a16="http://schemas.microsoft.com/office/drawing/2014/main" id="{FC7677E1-3BB9-5D02-F627-0757683721AA}"/>
              </a:ext>
            </a:extLst>
          </p:cNvPr>
          <p:cNvSpPr txBox="1"/>
          <p:nvPr/>
        </p:nvSpPr>
        <p:spPr>
          <a:xfrm rot="16200000">
            <a:off x="8151166" y="2801811"/>
            <a:ext cx="1347143" cy="369332"/>
          </a:xfrm>
          <a:prstGeom prst="rect">
            <a:avLst/>
          </a:prstGeom>
          <a:solidFill>
            <a:srgbClr val="C00000"/>
          </a:solidFill>
        </p:spPr>
        <p:txBody>
          <a:bodyPr wrap="square" rtlCol="0">
            <a:spAutoFit/>
          </a:bodyPr>
          <a:lstStyle/>
          <a:p>
            <a:pPr algn="ctr"/>
            <a:r>
              <a:rPr lang="en-US" b="1" noProof="0" dirty="0">
                <a:solidFill>
                  <a:schemeClr val="bg1">
                    <a:lumMod val="95000"/>
                  </a:schemeClr>
                </a:solidFill>
              </a:rPr>
              <a:t>Negative</a:t>
            </a:r>
          </a:p>
        </p:txBody>
      </p:sp>
      <p:sp>
        <p:nvSpPr>
          <p:cNvPr id="20" name="ZoneTexte 19">
            <a:extLst>
              <a:ext uri="{FF2B5EF4-FFF2-40B4-BE49-F238E27FC236}">
                <a16:creationId xmlns:a16="http://schemas.microsoft.com/office/drawing/2014/main" id="{3CBAE594-87FA-7FB1-33E8-6A2824D97095}"/>
              </a:ext>
            </a:extLst>
          </p:cNvPr>
          <p:cNvSpPr txBox="1"/>
          <p:nvPr/>
        </p:nvSpPr>
        <p:spPr>
          <a:xfrm>
            <a:off x="9012555" y="4878597"/>
            <a:ext cx="1347143" cy="369332"/>
          </a:xfrm>
          <a:prstGeom prst="rect">
            <a:avLst/>
          </a:prstGeom>
          <a:solidFill>
            <a:srgbClr val="C00000"/>
          </a:solidFill>
        </p:spPr>
        <p:txBody>
          <a:bodyPr wrap="square" rtlCol="0">
            <a:spAutoFit/>
          </a:bodyPr>
          <a:lstStyle/>
          <a:p>
            <a:pPr algn="ctr"/>
            <a:r>
              <a:rPr lang="en-US" b="1" noProof="0" dirty="0">
                <a:solidFill>
                  <a:schemeClr val="bg1">
                    <a:lumMod val="95000"/>
                  </a:schemeClr>
                </a:solidFill>
              </a:rPr>
              <a:t>Negative</a:t>
            </a:r>
          </a:p>
        </p:txBody>
      </p:sp>
      <p:sp>
        <p:nvSpPr>
          <p:cNvPr id="21" name="ZoneTexte 20">
            <a:extLst>
              <a:ext uri="{FF2B5EF4-FFF2-40B4-BE49-F238E27FC236}">
                <a16:creationId xmlns:a16="http://schemas.microsoft.com/office/drawing/2014/main" id="{8E64D4BF-DC03-8D10-895D-CF9C842E1A9B}"/>
              </a:ext>
            </a:extLst>
          </p:cNvPr>
          <p:cNvSpPr txBox="1"/>
          <p:nvPr/>
        </p:nvSpPr>
        <p:spPr>
          <a:xfrm rot="16200000">
            <a:off x="8190096" y="4055124"/>
            <a:ext cx="1270387" cy="369332"/>
          </a:xfrm>
          <a:prstGeom prst="rect">
            <a:avLst/>
          </a:prstGeom>
          <a:solidFill>
            <a:srgbClr val="70AD47"/>
          </a:solidFill>
        </p:spPr>
        <p:txBody>
          <a:bodyPr wrap="square" rtlCol="0">
            <a:spAutoFit/>
          </a:bodyPr>
          <a:lstStyle/>
          <a:p>
            <a:pPr algn="ctr"/>
            <a:r>
              <a:rPr lang="en-US" b="1" noProof="0" dirty="0">
                <a:solidFill>
                  <a:schemeClr val="bg1">
                    <a:lumMod val="95000"/>
                  </a:schemeClr>
                </a:solidFill>
              </a:rPr>
              <a:t>Positive</a:t>
            </a:r>
          </a:p>
        </p:txBody>
      </p:sp>
      <p:sp>
        <p:nvSpPr>
          <p:cNvPr id="22" name="ZoneTexte 21">
            <a:extLst>
              <a:ext uri="{FF2B5EF4-FFF2-40B4-BE49-F238E27FC236}">
                <a16:creationId xmlns:a16="http://schemas.microsoft.com/office/drawing/2014/main" id="{39570B15-4CE7-A2D6-1760-B6FEEF8245A2}"/>
              </a:ext>
            </a:extLst>
          </p:cNvPr>
          <p:cNvSpPr txBox="1"/>
          <p:nvPr/>
        </p:nvSpPr>
        <p:spPr>
          <a:xfrm>
            <a:off x="10303123" y="4876692"/>
            <a:ext cx="1270387" cy="369332"/>
          </a:xfrm>
          <a:prstGeom prst="rect">
            <a:avLst/>
          </a:prstGeom>
          <a:solidFill>
            <a:srgbClr val="70AD47"/>
          </a:solidFill>
        </p:spPr>
        <p:txBody>
          <a:bodyPr wrap="square" rtlCol="0">
            <a:spAutoFit/>
          </a:bodyPr>
          <a:lstStyle/>
          <a:p>
            <a:pPr algn="ctr"/>
            <a:r>
              <a:rPr lang="en-US" b="1" noProof="0" dirty="0">
                <a:solidFill>
                  <a:schemeClr val="bg1">
                    <a:lumMod val="95000"/>
                  </a:schemeClr>
                </a:solidFill>
              </a:rPr>
              <a:t>Positive</a:t>
            </a:r>
          </a:p>
        </p:txBody>
      </p:sp>
      <p:sp>
        <p:nvSpPr>
          <p:cNvPr id="3" name="Parallélogramme 2">
            <a:extLst>
              <a:ext uri="{FF2B5EF4-FFF2-40B4-BE49-F238E27FC236}">
                <a16:creationId xmlns:a16="http://schemas.microsoft.com/office/drawing/2014/main" id="{4CE54004-98C1-37E0-7D95-D8E563478BBF}"/>
              </a:ext>
            </a:extLst>
          </p:cNvPr>
          <p:cNvSpPr/>
          <p:nvPr/>
        </p:nvSpPr>
        <p:spPr>
          <a:xfrm>
            <a:off x="540413" y="2309498"/>
            <a:ext cx="7208738" cy="2540917"/>
          </a:xfrm>
          <a:prstGeom prst="parallelogram">
            <a:avLst>
              <a:gd name="adj" fmla="val 101524"/>
            </a:avLst>
          </a:prstGeom>
          <a:solidFill>
            <a:srgbClr val="2E6D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Parallélogramme 22">
            <a:extLst>
              <a:ext uri="{FF2B5EF4-FFF2-40B4-BE49-F238E27FC236}">
                <a16:creationId xmlns:a16="http://schemas.microsoft.com/office/drawing/2014/main" id="{EDDF6013-2A20-9271-0F9F-BF443DE7A269}"/>
              </a:ext>
            </a:extLst>
          </p:cNvPr>
          <p:cNvSpPr/>
          <p:nvPr/>
        </p:nvSpPr>
        <p:spPr>
          <a:xfrm>
            <a:off x="4136149" y="2319128"/>
            <a:ext cx="3602314" cy="1268043"/>
          </a:xfrm>
          <a:prstGeom prst="parallelogram">
            <a:avLst>
              <a:gd name="adj" fmla="val 101848"/>
            </a:avLst>
          </a:prstGeom>
          <a:solidFill>
            <a:srgbClr val="44015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Parallélogramme 23">
            <a:extLst>
              <a:ext uri="{FF2B5EF4-FFF2-40B4-BE49-F238E27FC236}">
                <a16:creationId xmlns:a16="http://schemas.microsoft.com/office/drawing/2014/main" id="{630DEC19-6A7D-4538-81D7-5E87D22E0652}"/>
              </a:ext>
            </a:extLst>
          </p:cNvPr>
          <p:cNvSpPr/>
          <p:nvPr/>
        </p:nvSpPr>
        <p:spPr>
          <a:xfrm>
            <a:off x="1836316" y="2319128"/>
            <a:ext cx="3602314" cy="1268043"/>
          </a:xfrm>
          <a:prstGeom prst="parallelogram">
            <a:avLst>
              <a:gd name="adj" fmla="val 101848"/>
            </a:avLst>
          </a:prstGeom>
          <a:solidFill>
            <a:srgbClr val="FDE7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Parallélogramme 24">
            <a:extLst>
              <a:ext uri="{FF2B5EF4-FFF2-40B4-BE49-F238E27FC236}">
                <a16:creationId xmlns:a16="http://schemas.microsoft.com/office/drawing/2014/main" id="{63F5241C-BA2F-1FEA-F5C4-FB747AF0ACF5}"/>
              </a:ext>
            </a:extLst>
          </p:cNvPr>
          <p:cNvSpPr/>
          <p:nvPr/>
        </p:nvSpPr>
        <p:spPr>
          <a:xfrm>
            <a:off x="573840" y="3568253"/>
            <a:ext cx="3602314" cy="1268043"/>
          </a:xfrm>
          <a:prstGeom prst="parallelogram">
            <a:avLst>
              <a:gd name="adj" fmla="val 101848"/>
            </a:avLst>
          </a:prstGeom>
          <a:solidFill>
            <a:srgbClr val="4535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8" name="ZoneTexte 37">
            <a:extLst>
              <a:ext uri="{FF2B5EF4-FFF2-40B4-BE49-F238E27FC236}">
                <a16:creationId xmlns:a16="http://schemas.microsoft.com/office/drawing/2014/main" id="{BFA1927A-83DA-85EF-7552-1E0F599C0C48}"/>
              </a:ext>
            </a:extLst>
          </p:cNvPr>
          <p:cNvSpPr txBox="1"/>
          <p:nvPr/>
        </p:nvSpPr>
        <p:spPr>
          <a:xfrm>
            <a:off x="4863029" y="2557199"/>
            <a:ext cx="1316386" cy="769441"/>
          </a:xfrm>
          <a:prstGeom prst="rect">
            <a:avLst/>
          </a:prstGeom>
          <a:noFill/>
          <a:scene3d>
            <a:camera prst="isometricOffAxis2Top">
              <a:rot lat="18075713" lon="3207254" rev="18600000"/>
            </a:camera>
            <a:lightRig rig="threePt" dir="t"/>
          </a:scene3d>
          <a:sp3d/>
        </p:spPr>
        <p:txBody>
          <a:bodyPr wrap="none" rtlCol="0">
            <a:spAutoFit/>
          </a:bodyPr>
          <a:lstStyle/>
          <a:p>
            <a:r>
              <a:rPr lang="en-US" sz="4400" dirty="0">
                <a:solidFill>
                  <a:schemeClr val="bg1"/>
                </a:solidFill>
                <a:latin typeface="Impact" panose="020B0806030902050204" pitchFamily="34" charset="0"/>
              </a:rPr>
              <a:t>F</a:t>
            </a:r>
            <a:r>
              <a:rPr lang="en-US" sz="4400" noProof="0" dirty="0">
                <a:solidFill>
                  <a:schemeClr val="bg1"/>
                </a:solidFill>
                <a:latin typeface="Impact" panose="020B0806030902050204" pitchFamily="34" charset="0"/>
              </a:rPr>
              <a:t>P </a:t>
            </a:r>
            <a:r>
              <a:rPr lang="en-US" sz="4400" dirty="0">
                <a:solidFill>
                  <a:schemeClr val="bg1"/>
                </a:solidFill>
                <a:latin typeface="Impact" panose="020B0806030902050204" pitchFamily="34" charset="0"/>
              </a:rPr>
              <a:t>7</a:t>
            </a:r>
            <a:r>
              <a:rPr lang="en-US" sz="4400" noProof="0" dirty="0">
                <a:solidFill>
                  <a:schemeClr val="bg1"/>
                </a:solidFill>
                <a:latin typeface="Impact" panose="020B0806030902050204" pitchFamily="34" charset="0"/>
              </a:rPr>
              <a:t>0</a:t>
            </a:r>
          </a:p>
        </p:txBody>
      </p:sp>
      <p:sp>
        <p:nvSpPr>
          <p:cNvPr id="26" name="Rectangle 25">
            <a:extLst>
              <a:ext uri="{FF2B5EF4-FFF2-40B4-BE49-F238E27FC236}">
                <a16:creationId xmlns:a16="http://schemas.microsoft.com/office/drawing/2014/main" id="{2EE0FFBA-C983-B557-07FB-0862A35CDA6A}"/>
              </a:ext>
            </a:extLst>
          </p:cNvPr>
          <p:cNvSpPr/>
          <p:nvPr/>
        </p:nvSpPr>
        <p:spPr>
          <a:xfrm>
            <a:off x="4228138" y="2202650"/>
            <a:ext cx="2299833" cy="714213"/>
          </a:xfrm>
          <a:prstGeom prst="rect">
            <a:avLst/>
          </a:prstGeom>
          <a:solidFill>
            <a:srgbClr val="FF0000">
              <a:alpha val="55000"/>
            </a:srgb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ZoneTexte 38">
            <a:extLst>
              <a:ext uri="{FF2B5EF4-FFF2-40B4-BE49-F238E27FC236}">
                <a16:creationId xmlns:a16="http://schemas.microsoft.com/office/drawing/2014/main" id="{0F62A33F-0D0B-3C2C-110C-A0DAB97A4152}"/>
              </a:ext>
            </a:extLst>
          </p:cNvPr>
          <p:cNvSpPr txBox="1"/>
          <p:nvPr/>
        </p:nvSpPr>
        <p:spPr>
          <a:xfrm>
            <a:off x="2879685" y="2509804"/>
            <a:ext cx="1366080" cy="769441"/>
          </a:xfrm>
          <a:prstGeom prst="rect">
            <a:avLst/>
          </a:prstGeom>
          <a:noFill/>
          <a:scene3d>
            <a:camera prst="isometricOffAxis2Top">
              <a:rot lat="18075713" lon="3207254" rev="18600000"/>
            </a:camera>
            <a:lightRig rig="threePt" dir="t"/>
          </a:scene3d>
          <a:sp3d/>
        </p:spPr>
        <p:txBody>
          <a:bodyPr wrap="none" rtlCol="0">
            <a:spAutoFit/>
          </a:bodyPr>
          <a:lstStyle/>
          <a:p>
            <a:r>
              <a:rPr lang="en-US" sz="4400" noProof="0" dirty="0">
                <a:solidFill>
                  <a:schemeClr val="tx1">
                    <a:lumMod val="95000"/>
                    <a:lumOff val="5000"/>
                  </a:schemeClr>
                </a:solidFill>
                <a:latin typeface="Impact" panose="020B0806030902050204" pitchFamily="34" charset="0"/>
              </a:rPr>
              <a:t>TN 18</a:t>
            </a:r>
          </a:p>
        </p:txBody>
      </p:sp>
      <p:sp>
        <p:nvSpPr>
          <p:cNvPr id="34" name="ZoneTexte 33">
            <a:extLst>
              <a:ext uri="{FF2B5EF4-FFF2-40B4-BE49-F238E27FC236}">
                <a16:creationId xmlns:a16="http://schemas.microsoft.com/office/drawing/2014/main" id="{0F318217-7B59-12B6-5D54-ED2478712BE0}"/>
              </a:ext>
            </a:extLst>
          </p:cNvPr>
          <p:cNvSpPr txBox="1"/>
          <p:nvPr/>
        </p:nvSpPr>
        <p:spPr>
          <a:xfrm>
            <a:off x="1265865" y="3861490"/>
            <a:ext cx="1423788" cy="769441"/>
          </a:xfrm>
          <a:prstGeom prst="rect">
            <a:avLst/>
          </a:prstGeom>
          <a:noFill/>
          <a:scene3d>
            <a:camera prst="isometricOffAxis2Top">
              <a:rot lat="18075713" lon="3207254" rev="18600000"/>
            </a:camera>
            <a:lightRig rig="threePt" dir="t"/>
          </a:scene3d>
          <a:sp3d/>
        </p:spPr>
        <p:txBody>
          <a:bodyPr wrap="none" rtlCol="0">
            <a:spAutoFit/>
          </a:bodyPr>
          <a:lstStyle/>
          <a:p>
            <a:r>
              <a:rPr lang="en-US" sz="4400" noProof="0" dirty="0">
                <a:solidFill>
                  <a:schemeClr val="bg1"/>
                </a:solidFill>
                <a:latin typeface="Impact" panose="020B0806030902050204" pitchFamily="34" charset="0"/>
              </a:rPr>
              <a:t>FN 06</a:t>
            </a:r>
          </a:p>
        </p:txBody>
      </p:sp>
      <p:sp>
        <p:nvSpPr>
          <p:cNvPr id="37" name="ZoneTexte 36">
            <a:extLst>
              <a:ext uri="{FF2B5EF4-FFF2-40B4-BE49-F238E27FC236}">
                <a16:creationId xmlns:a16="http://schemas.microsoft.com/office/drawing/2014/main" id="{84661984-F9BB-1056-8662-DC2851FB9EAD}"/>
              </a:ext>
            </a:extLst>
          </p:cNvPr>
          <p:cNvSpPr txBox="1"/>
          <p:nvPr/>
        </p:nvSpPr>
        <p:spPr>
          <a:xfrm>
            <a:off x="4322417" y="3713278"/>
            <a:ext cx="1345240" cy="769441"/>
          </a:xfrm>
          <a:prstGeom prst="rect">
            <a:avLst/>
          </a:prstGeom>
          <a:noFill/>
          <a:scene3d>
            <a:camera prst="isometricOffAxis2Top">
              <a:rot lat="18075713" lon="3207254" rev="18600000"/>
            </a:camera>
            <a:lightRig rig="threePt" dir="t"/>
          </a:scene3d>
          <a:sp3d/>
        </p:spPr>
        <p:txBody>
          <a:bodyPr wrap="none" rtlCol="0">
            <a:spAutoFit/>
          </a:bodyPr>
          <a:lstStyle/>
          <a:p>
            <a:r>
              <a:rPr lang="en-US" sz="4400" noProof="0" dirty="0">
                <a:solidFill>
                  <a:schemeClr val="bg1"/>
                </a:solidFill>
                <a:latin typeface="Impact" panose="020B0806030902050204" pitchFamily="34" charset="0"/>
              </a:rPr>
              <a:t>TP 10</a:t>
            </a:r>
          </a:p>
        </p:txBody>
      </p:sp>
      <p:sp>
        <p:nvSpPr>
          <p:cNvPr id="31" name="Cylindre 30">
            <a:extLst>
              <a:ext uri="{FF2B5EF4-FFF2-40B4-BE49-F238E27FC236}">
                <a16:creationId xmlns:a16="http://schemas.microsoft.com/office/drawing/2014/main" id="{62C90EDB-9B12-287C-6A19-DE8E4276BBAA}"/>
              </a:ext>
            </a:extLst>
          </p:cNvPr>
          <p:cNvSpPr/>
          <p:nvPr/>
        </p:nvSpPr>
        <p:spPr>
          <a:xfrm>
            <a:off x="4083146" y="2028823"/>
            <a:ext cx="224036" cy="1605915"/>
          </a:xfrm>
          <a:prstGeom prst="can">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Parallélogramme 26">
            <a:extLst>
              <a:ext uri="{FF2B5EF4-FFF2-40B4-BE49-F238E27FC236}">
                <a16:creationId xmlns:a16="http://schemas.microsoft.com/office/drawing/2014/main" id="{D36599D1-84E0-D99B-63AB-FCA786E367CB}"/>
              </a:ext>
            </a:extLst>
          </p:cNvPr>
          <p:cNvSpPr/>
          <p:nvPr/>
        </p:nvSpPr>
        <p:spPr>
          <a:xfrm rot="16200000" flipV="1">
            <a:off x="2429495" y="3073348"/>
            <a:ext cx="2099343" cy="1416119"/>
          </a:xfrm>
          <a:prstGeom prst="parallelogram">
            <a:avLst>
              <a:gd name="adj" fmla="val 98735"/>
            </a:avLst>
          </a:prstGeom>
          <a:solidFill>
            <a:schemeClr val="accent4">
              <a:alpha val="5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Cylindre 32">
            <a:extLst>
              <a:ext uri="{FF2B5EF4-FFF2-40B4-BE49-F238E27FC236}">
                <a16:creationId xmlns:a16="http://schemas.microsoft.com/office/drawing/2014/main" id="{046F5AF2-220C-4460-1E01-7E8C21856940}"/>
              </a:ext>
            </a:extLst>
          </p:cNvPr>
          <p:cNvSpPr/>
          <p:nvPr/>
        </p:nvSpPr>
        <p:spPr>
          <a:xfrm>
            <a:off x="2767667" y="3263655"/>
            <a:ext cx="224036" cy="1605915"/>
          </a:xfrm>
          <a:prstGeom prst="can">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1" name="Connecteur droit 40">
            <a:extLst>
              <a:ext uri="{FF2B5EF4-FFF2-40B4-BE49-F238E27FC236}">
                <a16:creationId xmlns:a16="http://schemas.microsoft.com/office/drawing/2014/main" id="{1D3BC40D-7F9E-8897-0EB1-C8FE1EC1D299}"/>
              </a:ext>
            </a:extLst>
          </p:cNvPr>
          <p:cNvCxnSpPr>
            <a:cxnSpLocks/>
          </p:cNvCxnSpPr>
          <p:nvPr/>
        </p:nvCxnSpPr>
        <p:spPr>
          <a:xfrm>
            <a:off x="4189132" y="2202650"/>
            <a:ext cx="0" cy="1315885"/>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274AB326-DAA8-34F9-4B11-7943321F768E}"/>
              </a:ext>
            </a:extLst>
          </p:cNvPr>
          <p:cNvCxnSpPr>
            <a:cxnSpLocks/>
          </p:cNvCxnSpPr>
          <p:nvPr/>
        </p:nvCxnSpPr>
        <p:spPr>
          <a:xfrm>
            <a:off x="4194847" y="2202650"/>
            <a:ext cx="0" cy="131588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5" name="ZoneTexte 44">
            <a:extLst>
              <a:ext uri="{FF2B5EF4-FFF2-40B4-BE49-F238E27FC236}">
                <a16:creationId xmlns:a16="http://schemas.microsoft.com/office/drawing/2014/main" id="{CA1D2812-453D-D8B7-A8C2-C0D4A79F79E7}"/>
              </a:ext>
            </a:extLst>
          </p:cNvPr>
          <p:cNvSpPr txBox="1"/>
          <p:nvPr/>
        </p:nvSpPr>
        <p:spPr>
          <a:xfrm>
            <a:off x="1013932" y="4219249"/>
            <a:ext cx="1229824" cy="523220"/>
          </a:xfrm>
          <a:prstGeom prst="rect">
            <a:avLst/>
          </a:prstGeom>
          <a:noFill/>
          <a:scene3d>
            <a:camera prst="isometricOffAxis2Top">
              <a:rot lat="18075713" lon="3207254" rev="18600000"/>
            </a:camera>
            <a:lightRig rig="threePt" dir="t"/>
          </a:scene3d>
          <a:sp3d/>
        </p:spPr>
        <p:txBody>
          <a:bodyPr wrap="none" rtlCol="0">
            <a:spAutoFit/>
          </a:bodyPr>
          <a:lstStyle/>
          <a:p>
            <a:r>
              <a:rPr lang="en-US" sz="2800" noProof="0" dirty="0">
                <a:solidFill>
                  <a:schemeClr val="bg1"/>
                </a:solidFill>
                <a:latin typeface="Impact" panose="020B0806030902050204" pitchFamily="34" charset="0"/>
              </a:rPr>
              <a:t>Misses</a:t>
            </a:r>
          </a:p>
        </p:txBody>
      </p:sp>
      <p:sp>
        <p:nvSpPr>
          <p:cNvPr id="52" name="ZoneTexte 51">
            <a:extLst>
              <a:ext uri="{FF2B5EF4-FFF2-40B4-BE49-F238E27FC236}">
                <a16:creationId xmlns:a16="http://schemas.microsoft.com/office/drawing/2014/main" id="{DA57D484-2C47-EC14-7AE1-21080DD0F04D}"/>
              </a:ext>
            </a:extLst>
          </p:cNvPr>
          <p:cNvSpPr txBox="1"/>
          <p:nvPr/>
        </p:nvSpPr>
        <p:spPr>
          <a:xfrm>
            <a:off x="4561744" y="2919035"/>
            <a:ext cx="2056973" cy="523220"/>
          </a:xfrm>
          <a:prstGeom prst="rect">
            <a:avLst/>
          </a:prstGeom>
          <a:noFill/>
          <a:scene3d>
            <a:camera prst="isometricOffAxis2Top">
              <a:rot lat="18075713" lon="3207254" rev="18600000"/>
            </a:camera>
            <a:lightRig rig="threePt" dir="t"/>
          </a:scene3d>
          <a:sp3d/>
        </p:spPr>
        <p:txBody>
          <a:bodyPr wrap="none" rtlCol="0">
            <a:spAutoFit/>
          </a:bodyPr>
          <a:lstStyle/>
          <a:p>
            <a:r>
              <a:rPr lang="en-US" sz="2800" dirty="0">
                <a:solidFill>
                  <a:schemeClr val="bg1"/>
                </a:solidFill>
                <a:latin typeface="Impact" panose="020B0806030902050204" pitchFamily="34" charset="0"/>
              </a:rPr>
              <a:t>False Alarms</a:t>
            </a:r>
            <a:endParaRPr lang="en-US" sz="2800" noProof="0" dirty="0">
              <a:solidFill>
                <a:schemeClr val="bg1"/>
              </a:solidFill>
              <a:latin typeface="Impact" panose="020B0806030902050204" pitchFamily="34" charset="0"/>
            </a:endParaRPr>
          </a:p>
        </p:txBody>
      </p:sp>
      <p:sp>
        <p:nvSpPr>
          <p:cNvPr id="32" name="Cylindre 31">
            <a:extLst>
              <a:ext uri="{FF2B5EF4-FFF2-40B4-BE49-F238E27FC236}">
                <a16:creationId xmlns:a16="http://schemas.microsoft.com/office/drawing/2014/main" id="{8F196BA7-DD73-1D6F-3E38-7B3E50A85FA3}"/>
              </a:ext>
            </a:extLst>
          </p:cNvPr>
          <p:cNvSpPr/>
          <p:nvPr/>
        </p:nvSpPr>
        <p:spPr>
          <a:xfrm>
            <a:off x="6310966" y="2028823"/>
            <a:ext cx="224036" cy="1605915"/>
          </a:xfrm>
          <a:prstGeom prst="can">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477989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26E983-4812-104F-79DD-C5421665080D}"/>
              </a:ext>
            </a:extLst>
          </p:cNvPr>
          <p:cNvSpPr/>
          <p:nvPr/>
        </p:nvSpPr>
        <p:spPr>
          <a:xfrm rot="5400000">
            <a:off x="1031540" y="1833234"/>
            <a:ext cx="747793" cy="3022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4B4811D8-1AB8-F811-DC5B-CBA3689FCCAA}"/>
              </a:ext>
            </a:extLst>
          </p:cNvPr>
          <p:cNvSpPr/>
          <p:nvPr/>
        </p:nvSpPr>
        <p:spPr>
          <a:xfrm rot="5400000">
            <a:off x="1767710" y="1833234"/>
            <a:ext cx="747793" cy="3022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7" name="Connecteur droit 6">
            <a:extLst>
              <a:ext uri="{FF2B5EF4-FFF2-40B4-BE49-F238E27FC236}">
                <a16:creationId xmlns:a16="http://schemas.microsoft.com/office/drawing/2014/main" id="{138124DA-68F2-EF48-24FB-CA7B6BFCE5A7}"/>
              </a:ext>
            </a:extLst>
          </p:cNvPr>
          <p:cNvCxnSpPr>
            <a:cxnSpLocks/>
          </p:cNvCxnSpPr>
          <p:nvPr/>
        </p:nvCxnSpPr>
        <p:spPr>
          <a:xfrm flipH="1">
            <a:off x="640080" y="1197771"/>
            <a:ext cx="15091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 name="Connecteur droit 7">
            <a:extLst>
              <a:ext uri="{FF2B5EF4-FFF2-40B4-BE49-F238E27FC236}">
                <a16:creationId xmlns:a16="http://schemas.microsoft.com/office/drawing/2014/main" id="{78EF99A2-2432-8179-FFA4-1CCCFFC8EEBC}"/>
              </a:ext>
            </a:extLst>
          </p:cNvPr>
          <p:cNvCxnSpPr>
            <a:cxnSpLocks/>
          </p:cNvCxnSpPr>
          <p:nvPr/>
        </p:nvCxnSpPr>
        <p:spPr>
          <a:xfrm flipH="1">
            <a:off x="640080" y="2762165"/>
            <a:ext cx="150152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 name="Connecteur droit 8">
            <a:extLst>
              <a:ext uri="{FF2B5EF4-FFF2-40B4-BE49-F238E27FC236}">
                <a16:creationId xmlns:a16="http://schemas.microsoft.com/office/drawing/2014/main" id="{A38F0935-FB64-4785-19B9-C6732E4E9DD5}"/>
              </a:ext>
            </a:extLst>
          </p:cNvPr>
          <p:cNvCxnSpPr>
            <a:cxnSpLocks/>
          </p:cNvCxnSpPr>
          <p:nvPr/>
        </p:nvCxnSpPr>
        <p:spPr>
          <a:xfrm flipV="1">
            <a:off x="2141606" y="1195866"/>
            <a:ext cx="0" cy="414580"/>
          </a:xfrm>
          <a:prstGeom prst="line">
            <a:avLst/>
          </a:prstGeom>
          <a:ln w="19050"/>
        </p:spPr>
        <p:style>
          <a:lnRef idx="1">
            <a:schemeClr val="dk1"/>
          </a:lnRef>
          <a:fillRef idx="0">
            <a:schemeClr val="dk1"/>
          </a:fillRef>
          <a:effectRef idx="0">
            <a:schemeClr val="dk1"/>
          </a:effectRef>
          <a:fontRef idx="minor">
            <a:schemeClr val="tx1"/>
          </a:fontRef>
        </p:style>
      </p:cxnSp>
      <p:cxnSp>
        <p:nvCxnSpPr>
          <p:cNvPr id="13" name="Connecteur droit 12">
            <a:extLst>
              <a:ext uri="{FF2B5EF4-FFF2-40B4-BE49-F238E27FC236}">
                <a16:creationId xmlns:a16="http://schemas.microsoft.com/office/drawing/2014/main" id="{34B78CDD-72CC-01EB-4CC1-FA114B3DDC26}"/>
              </a:ext>
            </a:extLst>
          </p:cNvPr>
          <p:cNvCxnSpPr>
            <a:cxnSpLocks/>
          </p:cNvCxnSpPr>
          <p:nvPr/>
        </p:nvCxnSpPr>
        <p:spPr>
          <a:xfrm flipV="1">
            <a:off x="2141606" y="2358239"/>
            <a:ext cx="0" cy="414580"/>
          </a:xfrm>
          <a:prstGeom prst="line">
            <a:avLst/>
          </a:prstGeom>
          <a:ln w="19050"/>
        </p:spPr>
        <p:style>
          <a:lnRef idx="1">
            <a:schemeClr val="dk1"/>
          </a:lnRef>
          <a:fillRef idx="0">
            <a:schemeClr val="dk1"/>
          </a:fillRef>
          <a:effectRef idx="0">
            <a:schemeClr val="dk1"/>
          </a:effectRef>
          <a:fontRef idx="minor">
            <a:schemeClr val="tx1"/>
          </a:fontRef>
        </p:style>
      </p:cxnSp>
      <p:cxnSp>
        <p:nvCxnSpPr>
          <p:cNvPr id="14" name="Connecteur droit 13">
            <a:extLst>
              <a:ext uri="{FF2B5EF4-FFF2-40B4-BE49-F238E27FC236}">
                <a16:creationId xmlns:a16="http://schemas.microsoft.com/office/drawing/2014/main" id="{1DAEB86B-08BF-EB6F-53A5-921A80A88B08}"/>
              </a:ext>
            </a:extLst>
          </p:cNvPr>
          <p:cNvCxnSpPr>
            <a:cxnSpLocks/>
          </p:cNvCxnSpPr>
          <p:nvPr/>
        </p:nvCxnSpPr>
        <p:spPr>
          <a:xfrm flipV="1">
            <a:off x="1405436" y="2356334"/>
            <a:ext cx="0" cy="414580"/>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Connecteur droit 14">
            <a:extLst>
              <a:ext uri="{FF2B5EF4-FFF2-40B4-BE49-F238E27FC236}">
                <a16:creationId xmlns:a16="http://schemas.microsoft.com/office/drawing/2014/main" id="{6ED4FF55-6420-D46D-FFD5-3C9C9EC01F01}"/>
              </a:ext>
            </a:extLst>
          </p:cNvPr>
          <p:cNvCxnSpPr>
            <a:cxnSpLocks/>
          </p:cNvCxnSpPr>
          <p:nvPr/>
        </p:nvCxnSpPr>
        <p:spPr>
          <a:xfrm flipV="1">
            <a:off x="1405436" y="1195866"/>
            <a:ext cx="0" cy="414580"/>
          </a:xfrm>
          <a:prstGeom prst="line">
            <a:avLst/>
          </a:prstGeom>
          <a:ln w="19050"/>
        </p:spPr>
        <p:style>
          <a:lnRef idx="1">
            <a:schemeClr val="dk1"/>
          </a:lnRef>
          <a:fillRef idx="0">
            <a:schemeClr val="dk1"/>
          </a:fillRef>
          <a:effectRef idx="0">
            <a:schemeClr val="dk1"/>
          </a:effectRef>
          <a:fontRef idx="minor">
            <a:schemeClr val="tx1"/>
          </a:fontRef>
        </p:style>
      </p:cxnSp>
      <p:sp>
        <p:nvSpPr>
          <p:cNvPr id="18" name="Rectangle 17">
            <a:extLst>
              <a:ext uri="{FF2B5EF4-FFF2-40B4-BE49-F238E27FC236}">
                <a16:creationId xmlns:a16="http://schemas.microsoft.com/office/drawing/2014/main" id="{01B10EAD-C09E-B881-BEDB-3DD810FF4954}"/>
              </a:ext>
            </a:extLst>
          </p:cNvPr>
          <p:cNvSpPr/>
          <p:nvPr/>
        </p:nvSpPr>
        <p:spPr>
          <a:xfrm rot="5400000">
            <a:off x="3655920" y="1831329"/>
            <a:ext cx="747793" cy="3022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tangle 18">
            <a:extLst>
              <a:ext uri="{FF2B5EF4-FFF2-40B4-BE49-F238E27FC236}">
                <a16:creationId xmlns:a16="http://schemas.microsoft.com/office/drawing/2014/main" id="{CEAF62A6-888A-D0BC-A81B-0BEDC7CABB4F}"/>
              </a:ext>
            </a:extLst>
          </p:cNvPr>
          <p:cNvSpPr/>
          <p:nvPr/>
        </p:nvSpPr>
        <p:spPr>
          <a:xfrm rot="5400000">
            <a:off x="4392090" y="1831329"/>
            <a:ext cx="747793" cy="3022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Connecteur droit 19">
            <a:extLst>
              <a:ext uri="{FF2B5EF4-FFF2-40B4-BE49-F238E27FC236}">
                <a16:creationId xmlns:a16="http://schemas.microsoft.com/office/drawing/2014/main" id="{6701228F-7492-8024-A891-7A247BFD5DC5}"/>
              </a:ext>
            </a:extLst>
          </p:cNvPr>
          <p:cNvCxnSpPr>
            <a:cxnSpLocks/>
          </p:cNvCxnSpPr>
          <p:nvPr/>
        </p:nvCxnSpPr>
        <p:spPr>
          <a:xfrm flipH="1">
            <a:off x="3264460" y="1195866"/>
            <a:ext cx="15091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Connecteur droit 20">
            <a:extLst>
              <a:ext uri="{FF2B5EF4-FFF2-40B4-BE49-F238E27FC236}">
                <a16:creationId xmlns:a16="http://schemas.microsoft.com/office/drawing/2014/main" id="{128D823E-BD7B-9780-2CD7-3A115CC59189}"/>
              </a:ext>
            </a:extLst>
          </p:cNvPr>
          <p:cNvCxnSpPr>
            <a:cxnSpLocks/>
          </p:cNvCxnSpPr>
          <p:nvPr/>
        </p:nvCxnSpPr>
        <p:spPr>
          <a:xfrm flipH="1">
            <a:off x="3264460" y="2760260"/>
            <a:ext cx="150152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2" name="Connecteur droit 21">
            <a:extLst>
              <a:ext uri="{FF2B5EF4-FFF2-40B4-BE49-F238E27FC236}">
                <a16:creationId xmlns:a16="http://schemas.microsoft.com/office/drawing/2014/main" id="{90D66BEE-9E93-4E52-B28A-8C132E7AE70F}"/>
              </a:ext>
            </a:extLst>
          </p:cNvPr>
          <p:cNvCxnSpPr>
            <a:cxnSpLocks/>
          </p:cNvCxnSpPr>
          <p:nvPr/>
        </p:nvCxnSpPr>
        <p:spPr>
          <a:xfrm flipV="1">
            <a:off x="4765986" y="1193961"/>
            <a:ext cx="0" cy="414580"/>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Connecteur droit 22">
            <a:extLst>
              <a:ext uri="{FF2B5EF4-FFF2-40B4-BE49-F238E27FC236}">
                <a16:creationId xmlns:a16="http://schemas.microsoft.com/office/drawing/2014/main" id="{B9A0EADA-8D6F-3A8D-0DE7-A2D444F926A6}"/>
              </a:ext>
            </a:extLst>
          </p:cNvPr>
          <p:cNvCxnSpPr>
            <a:cxnSpLocks/>
          </p:cNvCxnSpPr>
          <p:nvPr/>
        </p:nvCxnSpPr>
        <p:spPr>
          <a:xfrm flipV="1">
            <a:off x="4765986" y="2356334"/>
            <a:ext cx="0" cy="414580"/>
          </a:xfrm>
          <a:prstGeom prst="line">
            <a:avLst/>
          </a:prstGeom>
          <a:ln w="19050"/>
        </p:spPr>
        <p:style>
          <a:lnRef idx="1">
            <a:schemeClr val="dk1"/>
          </a:lnRef>
          <a:fillRef idx="0">
            <a:schemeClr val="dk1"/>
          </a:fillRef>
          <a:effectRef idx="0">
            <a:schemeClr val="dk1"/>
          </a:effectRef>
          <a:fontRef idx="minor">
            <a:schemeClr val="tx1"/>
          </a:fontRef>
        </p:style>
      </p:cxnSp>
      <p:cxnSp>
        <p:nvCxnSpPr>
          <p:cNvPr id="24" name="Connecteur droit 23">
            <a:extLst>
              <a:ext uri="{FF2B5EF4-FFF2-40B4-BE49-F238E27FC236}">
                <a16:creationId xmlns:a16="http://schemas.microsoft.com/office/drawing/2014/main" id="{F6B25F9B-4EE0-50DE-4C22-8B0D4AA6A9B4}"/>
              </a:ext>
            </a:extLst>
          </p:cNvPr>
          <p:cNvCxnSpPr>
            <a:cxnSpLocks/>
          </p:cNvCxnSpPr>
          <p:nvPr/>
        </p:nvCxnSpPr>
        <p:spPr>
          <a:xfrm flipV="1">
            <a:off x="4029816" y="2354429"/>
            <a:ext cx="0" cy="414580"/>
          </a:xfrm>
          <a:prstGeom prst="line">
            <a:avLst/>
          </a:prstGeom>
          <a:ln w="19050"/>
        </p:spPr>
        <p:style>
          <a:lnRef idx="1">
            <a:schemeClr val="dk1"/>
          </a:lnRef>
          <a:fillRef idx="0">
            <a:schemeClr val="dk1"/>
          </a:fillRef>
          <a:effectRef idx="0">
            <a:schemeClr val="dk1"/>
          </a:effectRef>
          <a:fontRef idx="minor">
            <a:schemeClr val="tx1"/>
          </a:fontRef>
        </p:style>
      </p:cxnSp>
      <p:cxnSp>
        <p:nvCxnSpPr>
          <p:cNvPr id="25" name="Connecteur droit 24">
            <a:extLst>
              <a:ext uri="{FF2B5EF4-FFF2-40B4-BE49-F238E27FC236}">
                <a16:creationId xmlns:a16="http://schemas.microsoft.com/office/drawing/2014/main" id="{B6CF2894-516C-AA5E-07B5-82F4B686626E}"/>
              </a:ext>
            </a:extLst>
          </p:cNvPr>
          <p:cNvCxnSpPr>
            <a:cxnSpLocks/>
          </p:cNvCxnSpPr>
          <p:nvPr/>
        </p:nvCxnSpPr>
        <p:spPr>
          <a:xfrm flipV="1">
            <a:off x="4029816" y="1193961"/>
            <a:ext cx="0" cy="414580"/>
          </a:xfrm>
          <a:prstGeom prst="line">
            <a:avLst/>
          </a:prstGeom>
          <a:ln w="19050"/>
        </p:spPr>
        <p:style>
          <a:lnRef idx="1">
            <a:schemeClr val="dk1"/>
          </a:lnRef>
          <a:fillRef idx="0">
            <a:schemeClr val="dk1"/>
          </a:fillRef>
          <a:effectRef idx="0">
            <a:schemeClr val="dk1"/>
          </a:effectRef>
          <a:fontRef idx="minor">
            <a:schemeClr val="tx1"/>
          </a:fontRef>
        </p:style>
      </p:cxnSp>
      <p:sp>
        <p:nvSpPr>
          <p:cNvPr id="27" name="Rectangle 26">
            <a:extLst>
              <a:ext uri="{FF2B5EF4-FFF2-40B4-BE49-F238E27FC236}">
                <a16:creationId xmlns:a16="http://schemas.microsoft.com/office/drawing/2014/main" id="{82274103-F71D-C08C-4534-19880FB03250}"/>
              </a:ext>
            </a:extLst>
          </p:cNvPr>
          <p:cNvSpPr/>
          <p:nvPr/>
        </p:nvSpPr>
        <p:spPr>
          <a:xfrm rot="5400000">
            <a:off x="6873112" y="1829424"/>
            <a:ext cx="747793" cy="3022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8" name="Connecteur droit 27">
            <a:extLst>
              <a:ext uri="{FF2B5EF4-FFF2-40B4-BE49-F238E27FC236}">
                <a16:creationId xmlns:a16="http://schemas.microsoft.com/office/drawing/2014/main" id="{05035E64-F8A1-CC09-0D04-55BE3137B4AA}"/>
              </a:ext>
            </a:extLst>
          </p:cNvPr>
          <p:cNvCxnSpPr>
            <a:cxnSpLocks/>
          </p:cNvCxnSpPr>
          <p:nvPr/>
        </p:nvCxnSpPr>
        <p:spPr>
          <a:xfrm flipH="1">
            <a:off x="5745482" y="1193961"/>
            <a:ext cx="15091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9" name="Connecteur droit 28">
            <a:extLst>
              <a:ext uri="{FF2B5EF4-FFF2-40B4-BE49-F238E27FC236}">
                <a16:creationId xmlns:a16="http://schemas.microsoft.com/office/drawing/2014/main" id="{97EDE39E-0081-6F28-7411-414251BD4C87}"/>
              </a:ext>
            </a:extLst>
          </p:cNvPr>
          <p:cNvCxnSpPr>
            <a:cxnSpLocks/>
          </p:cNvCxnSpPr>
          <p:nvPr/>
        </p:nvCxnSpPr>
        <p:spPr>
          <a:xfrm flipH="1">
            <a:off x="5745482" y="2758355"/>
            <a:ext cx="150152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0" name="Connecteur droit 29">
            <a:extLst>
              <a:ext uri="{FF2B5EF4-FFF2-40B4-BE49-F238E27FC236}">
                <a16:creationId xmlns:a16="http://schemas.microsoft.com/office/drawing/2014/main" id="{44BA008D-66CA-5BB1-E5D7-AD64E4D6B30F}"/>
              </a:ext>
            </a:extLst>
          </p:cNvPr>
          <p:cNvCxnSpPr>
            <a:cxnSpLocks/>
          </p:cNvCxnSpPr>
          <p:nvPr/>
        </p:nvCxnSpPr>
        <p:spPr>
          <a:xfrm flipV="1">
            <a:off x="7247008" y="1192056"/>
            <a:ext cx="0" cy="414580"/>
          </a:xfrm>
          <a:prstGeom prst="line">
            <a:avLst/>
          </a:prstGeom>
          <a:ln w="19050"/>
        </p:spPr>
        <p:style>
          <a:lnRef idx="1">
            <a:schemeClr val="dk1"/>
          </a:lnRef>
          <a:fillRef idx="0">
            <a:schemeClr val="dk1"/>
          </a:fillRef>
          <a:effectRef idx="0">
            <a:schemeClr val="dk1"/>
          </a:effectRef>
          <a:fontRef idx="minor">
            <a:schemeClr val="tx1"/>
          </a:fontRef>
        </p:style>
      </p:cxnSp>
      <p:cxnSp>
        <p:nvCxnSpPr>
          <p:cNvPr id="31" name="Connecteur droit 30">
            <a:extLst>
              <a:ext uri="{FF2B5EF4-FFF2-40B4-BE49-F238E27FC236}">
                <a16:creationId xmlns:a16="http://schemas.microsoft.com/office/drawing/2014/main" id="{34F63B88-1625-1B7E-6839-F075BA409322}"/>
              </a:ext>
            </a:extLst>
          </p:cNvPr>
          <p:cNvCxnSpPr>
            <a:cxnSpLocks/>
          </p:cNvCxnSpPr>
          <p:nvPr/>
        </p:nvCxnSpPr>
        <p:spPr>
          <a:xfrm flipV="1">
            <a:off x="7247008" y="2354429"/>
            <a:ext cx="0" cy="414580"/>
          </a:xfrm>
          <a:prstGeom prst="line">
            <a:avLst/>
          </a:prstGeom>
          <a:ln w="19050"/>
        </p:spPr>
        <p:style>
          <a:lnRef idx="1">
            <a:schemeClr val="dk1"/>
          </a:lnRef>
          <a:fillRef idx="0">
            <a:schemeClr val="dk1"/>
          </a:fillRef>
          <a:effectRef idx="0">
            <a:schemeClr val="dk1"/>
          </a:effectRef>
          <a:fontRef idx="minor">
            <a:schemeClr val="tx1"/>
          </a:fontRef>
        </p:style>
      </p:cxnSp>
      <p:sp>
        <p:nvSpPr>
          <p:cNvPr id="34" name="ZoneTexte 33">
            <a:extLst>
              <a:ext uri="{FF2B5EF4-FFF2-40B4-BE49-F238E27FC236}">
                <a16:creationId xmlns:a16="http://schemas.microsoft.com/office/drawing/2014/main" id="{26A18C5F-387B-46A8-83E2-944E96F716BA}"/>
              </a:ext>
            </a:extLst>
          </p:cNvPr>
          <p:cNvSpPr txBox="1"/>
          <p:nvPr/>
        </p:nvSpPr>
        <p:spPr>
          <a:xfrm>
            <a:off x="645754" y="1795302"/>
            <a:ext cx="598241" cy="369332"/>
          </a:xfrm>
          <a:prstGeom prst="rect">
            <a:avLst/>
          </a:prstGeom>
          <a:noFill/>
        </p:spPr>
        <p:txBody>
          <a:bodyPr wrap="none" rtlCol="0">
            <a:spAutoFit/>
          </a:bodyPr>
          <a:lstStyle/>
          <a:p>
            <a:r>
              <a:rPr lang="en-US" noProof="0" dirty="0">
                <a:latin typeface="Courier New" panose="02070309020205020404" pitchFamily="49" charset="0"/>
                <a:cs typeface="Courier New" panose="02070309020205020404" pitchFamily="49" charset="0"/>
              </a:rPr>
              <a:t>40Ω</a:t>
            </a:r>
          </a:p>
        </p:txBody>
      </p:sp>
      <p:sp>
        <p:nvSpPr>
          <p:cNvPr id="35" name="ZoneTexte 34">
            <a:extLst>
              <a:ext uri="{FF2B5EF4-FFF2-40B4-BE49-F238E27FC236}">
                <a16:creationId xmlns:a16="http://schemas.microsoft.com/office/drawing/2014/main" id="{1AE20C5B-90E6-C257-0DC5-A95AB0846E02}"/>
              </a:ext>
            </a:extLst>
          </p:cNvPr>
          <p:cNvSpPr txBox="1"/>
          <p:nvPr/>
        </p:nvSpPr>
        <p:spPr>
          <a:xfrm>
            <a:off x="2292715" y="1795302"/>
            <a:ext cx="598241" cy="369332"/>
          </a:xfrm>
          <a:prstGeom prst="rect">
            <a:avLst/>
          </a:prstGeom>
          <a:noFill/>
        </p:spPr>
        <p:txBody>
          <a:bodyPr wrap="none" rtlCol="0">
            <a:spAutoFit/>
          </a:bodyPr>
          <a:lstStyle/>
          <a:p>
            <a:r>
              <a:rPr lang="en-US" noProof="0" dirty="0">
                <a:latin typeface="Courier New" panose="02070309020205020404" pitchFamily="49" charset="0"/>
                <a:cs typeface="Courier New" panose="02070309020205020404" pitchFamily="49" charset="0"/>
              </a:rPr>
              <a:t>60Ω</a:t>
            </a:r>
          </a:p>
        </p:txBody>
      </p:sp>
      <p:sp>
        <p:nvSpPr>
          <p:cNvPr id="36" name="ZoneTexte 35">
            <a:extLst>
              <a:ext uri="{FF2B5EF4-FFF2-40B4-BE49-F238E27FC236}">
                <a16:creationId xmlns:a16="http://schemas.microsoft.com/office/drawing/2014/main" id="{02325572-AA8A-2B84-04B4-3C84287FDBAE}"/>
              </a:ext>
            </a:extLst>
          </p:cNvPr>
          <p:cNvSpPr txBox="1"/>
          <p:nvPr/>
        </p:nvSpPr>
        <p:spPr>
          <a:xfrm>
            <a:off x="3270134" y="1793397"/>
            <a:ext cx="598241" cy="369332"/>
          </a:xfrm>
          <a:prstGeom prst="rect">
            <a:avLst/>
          </a:prstGeom>
          <a:noFill/>
        </p:spPr>
        <p:txBody>
          <a:bodyPr wrap="none" rtlCol="0">
            <a:spAutoFit/>
          </a:bodyPr>
          <a:lstStyle/>
          <a:p>
            <a:r>
              <a:rPr lang="en-US" noProof="0" dirty="0">
                <a:latin typeface="Courier New" panose="02070309020205020404" pitchFamily="49" charset="0"/>
                <a:cs typeface="Courier New" panose="02070309020205020404" pitchFamily="49" charset="0"/>
              </a:rPr>
              <a:t>48Ω</a:t>
            </a:r>
          </a:p>
        </p:txBody>
      </p:sp>
      <p:sp>
        <p:nvSpPr>
          <p:cNvPr id="37" name="ZoneTexte 36">
            <a:extLst>
              <a:ext uri="{FF2B5EF4-FFF2-40B4-BE49-F238E27FC236}">
                <a16:creationId xmlns:a16="http://schemas.microsoft.com/office/drawing/2014/main" id="{3F4441BA-A55C-3C88-FD4A-52A97DA30B87}"/>
              </a:ext>
            </a:extLst>
          </p:cNvPr>
          <p:cNvSpPr txBox="1"/>
          <p:nvPr/>
        </p:nvSpPr>
        <p:spPr>
          <a:xfrm>
            <a:off x="4917095" y="1793397"/>
            <a:ext cx="598241" cy="369332"/>
          </a:xfrm>
          <a:prstGeom prst="rect">
            <a:avLst/>
          </a:prstGeom>
          <a:noFill/>
        </p:spPr>
        <p:txBody>
          <a:bodyPr wrap="none" rtlCol="0">
            <a:spAutoFit/>
          </a:bodyPr>
          <a:lstStyle/>
          <a:p>
            <a:r>
              <a:rPr lang="en-US" noProof="0" dirty="0">
                <a:latin typeface="Courier New" panose="02070309020205020404" pitchFamily="49" charset="0"/>
                <a:cs typeface="Courier New" panose="02070309020205020404" pitchFamily="49" charset="0"/>
              </a:rPr>
              <a:t>48Ω</a:t>
            </a:r>
          </a:p>
        </p:txBody>
      </p:sp>
      <p:sp>
        <p:nvSpPr>
          <p:cNvPr id="38" name="ZoneTexte 37">
            <a:extLst>
              <a:ext uri="{FF2B5EF4-FFF2-40B4-BE49-F238E27FC236}">
                <a16:creationId xmlns:a16="http://schemas.microsoft.com/office/drawing/2014/main" id="{E116E5E7-765A-1368-0BBB-BFBA54FC4460}"/>
              </a:ext>
            </a:extLst>
          </p:cNvPr>
          <p:cNvSpPr txBox="1"/>
          <p:nvPr/>
        </p:nvSpPr>
        <p:spPr>
          <a:xfrm>
            <a:off x="7398117" y="1793397"/>
            <a:ext cx="598241" cy="369332"/>
          </a:xfrm>
          <a:prstGeom prst="rect">
            <a:avLst/>
          </a:prstGeom>
          <a:noFill/>
        </p:spPr>
        <p:txBody>
          <a:bodyPr wrap="none" rtlCol="0">
            <a:spAutoFit/>
          </a:bodyPr>
          <a:lstStyle/>
          <a:p>
            <a:r>
              <a:rPr lang="en-US" noProof="0" dirty="0">
                <a:latin typeface="Courier New" panose="02070309020205020404" pitchFamily="49" charset="0"/>
                <a:cs typeface="Courier New" panose="02070309020205020404" pitchFamily="49" charset="0"/>
              </a:rPr>
              <a:t>24Ω</a:t>
            </a:r>
          </a:p>
        </p:txBody>
      </p:sp>
      <p:sp>
        <p:nvSpPr>
          <p:cNvPr id="39" name="ZoneTexte 38">
            <a:extLst>
              <a:ext uri="{FF2B5EF4-FFF2-40B4-BE49-F238E27FC236}">
                <a16:creationId xmlns:a16="http://schemas.microsoft.com/office/drawing/2014/main" id="{220B0871-E107-F681-8685-371A5F2CE4E7}"/>
              </a:ext>
            </a:extLst>
          </p:cNvPr>
          <p:cNvSpPr txBox="1"/>
          <p:nvPr/>
        </p:nvSpPr>
        <p:spPr>
          <a:xfrm>
            <a:off x="434523" y="2757278"/>
            <a:ext cx="1968809" cy="261610"/>
          </a:xfrm>
          <a:prstGeom prst="rect">
            <a:avLst/>
          </a:prstGeom>
          <a:noFill/>
        </p:spPr>
        <p:txBody>
          <a:bodyPr wrap="none" rtlCol="0">
            <a:spAutoFit/>
          </a:bodyPr>
          <a:lstStyle/>
          <a:p>
            <a:r>
              <a:rPr lang="en-US" sz="1100" noProof="0" dirty="0">
                <a:latin typeface="Courier New" panose="02070309020205020404" pitchFamily="49" charset="0"/>
                <a:cs typeface="Courier New" panose="02070309020205020404" pitchFamily="49" charset="0"/>
              </a:rPr>
              <a:t>Resistors in parallel</a:t>
            </a:r>
          </a:p>
        </p:txBody>
      </p:sp>
      <p:sp>
        <p:nvSpPr>
          <p:cNvPr id="40" name="ZoneTexte 39">
            <a:extLst>
              <a:ext uri="{FF2B5EF4-FFF2-40B4-BE49-F238E27FC236}">
                <a16:creationId xmlns:a16="http://schemas.microsoft.com/office/drawing/2014/main" id="{041C9039-3518-D41E-53A2-B2F4C1D3262C}"/>
              </a:ext>
            </a:extLst>
          </p:cNvPr>
          <p:cNvSpPr txBox="1"/>
          <p:nvPr/>
        </p:nvSpPr>
        <p:spPr>
          <a:xfrm>
            <a:off x="3379018" y="2757278"/>
            <a:ext cx="1289135" cy="261610"/>
          </a:xfrm>
          <a:prstGeom prst="rect">
            <a:avLst/>
          </a:prstGeom>
          <a:noFill/>
        </p:spPr>
        <p:txBody>
          <a:bodyPr wrap="none" rtlCol="0">
            <a:spAutoFit/>
          </a:bodyPr>
          <a:lstStyle/>
          <a:p>
            <a:r>
              <a:rPr lang="en-US" sz="1100" dirty="0">
                <a:latin typeface="Courier New" panose="02070309020205020404" pitchFamily="49" charset="0"/>
                <a:cs typeface="Courier New" panose="02070309020205020404" pitchFamily="49" charset="0"/>
              </a:rPr>
              <a:t>H</a:t>
            </a:r>
            <a:r>
              <a:rPr lang="en-US" sz="1100" noProof="0" dirty="0" err="1">
                <a:latin typeface="Courier New" panose="02070309020205020404" pitchFamily="49" charset="0"/>
                <a:cs typeface="Courier New" panose="02070309020205020404" pitchFamily="49" charset="0"/>
              </a:rPr>
              <a:t>armonic</a:t>
            </a:r>
            <a:r>
              <a:rPr lang="en-US" sz="1100" noProof="0" dirty="0">
                <a:latin typeface="Courier New" panose="02070309020205020404" pitchFamily="49" charset="0"/>
                <a:cs typeface="Courier New" panose="02070309020205020404" pitchFamily="49" charset="0"/>
              </a:rPr>
              <a:t> mean</a:t>
            </a:r>
          </a:p>
        </p:txBody>
      </p:sp>
      <p:sp>
        <p:nvSpPr>
          <p:cNvPr id="41" name="ZoneTexte 40">
            <a:extLst>
              <a:ext uri="{FF2B5EF4-FFF2-40B4-BE49-F238E27FC236}">
                <a16:creationId xmlns:a16="http://schemas.microsoft.com/office/drawing/2014/main" id="{CEFAE990-4DFB-6BB5-C6BA-2DCCC39A3996}"/>
              </a:ext>
            </a:extLst>
          </p:cNvPr>
          <p:cNvSpPr txBox="1"/>
          <p:nvPr/>
        </p:nvSpPr>
        <p:spPr>
          <a:xfrm>
            <a:off x="5647752" y="2757278"/>
            <a:ext cx="1798890" cy="261610"/>
          </a:xfrm>
          <a:prstGeom prst="rect">
            <a:avLst/>
          </a:prstGeom>
          <a:noFill/>
        </p:spPr>
        <p:txBody>
          <a:bodyPr wrap="none" rtlCol="0">
            <a:spAutoFit/>
          </a:bodyPr>
          <a:lstStyle/>
          <a:p>
            <a:r>
              <a:rPr lang="en-US" sz="1100" noProof="0" dirty="0">
                <a:latin typeface="Courier New" panose="02070309020205020404" pitchFamily="49" charset="0"/>
                <a:cs typeface="Courier New" panose="02070309020205020404" pitchFamily="49" charset="0"/>
              </a:rPr>
              <a:t>Equivalent resistor</a:t>
            </a:r>
          </a:p>
        </p:txBody>
      </p:sp>
      <p:pic>
        <p:nvPicPr>
          <p:cNvPr id="43" name="Graphique 42" descr="Voiture avec un remplissage uni">
            <a:extLst>
              <a:ext uri="{FF2B5EF4-FFF2-40B4-BE49-F238E27FC236}">
                <a16:creationId xmlns:a16="http://schemas.microsoft.com/office/drawing/2014/main" id="{DDCF7E97-EBC8-A1CA-1AD2-BA23F14130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47318" y="4264364"/>
            <a:ext cx="914400" cy="914400"/>
          </a:xfrm>
          <a:prstGeom prst="rect">
            <a:avLst/>
          </a:prstGeom>
        </p:spPr>
      </p:pic>
      <p:cxnSp>
        <p:nvCxnSpPr>
          <p:cNvPr id="45" name="Connecteur droit 44">
            <a:extLst>
              <a:ext uri="{FF2B5EF4-FFF2-40B4-BE49-F238E27FC236}">
                <a16:creationId xmlns:a16="http://schemas.microsoft.com/office/drawing/2014/main" id="{5C2AFC80-ED9D-5E19-B6CC-04B74440D5EB}"/>
              </a:ext>
            </a:extLst>
          </p:cNvPr>
          <p:cNvCxnSpPr>
            <a:cxnSpLocks/>
          </p:cNvCxnSpPr>
          <p:nvPr/>
        </p:nvCxnSpPr>
        <p:spPr>
          <a:xfrm>
            <a:off x="1390843" y="4967207"/>
            <a:ext cx="2178411" cy="0"/>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Connecteur droit 46">
            <a:extLst>
              <a:ext uri="{FF2B5EF4-FFF2-40B4-BE49-F238E27FC236}">
                <a16:creationId xmlns:a16="http://schemas.microsoft.com/office/drawing/2014/main" id="{E6CF28AC-B94F-9F3F-2306-B954D1B8912F}"/>
              </a:ext>
            </a:extLst>
          </p:cNvPr>
          <p:cNvCxnSpPr>
            <a:cxnSpLocks/>
          </p:cNvCxnSpPr>
          <p:nvPr/>
        </p:nvCxnSpPr>
        <p:spPr>
          <a:xfrm>
            <a:off x="3525672" y="4967207"/>
            <a:ext cx="2178411" cy="0"/>
          </a:xfrm>
          <a:prstGeom prst="line">
            <a:avLst/>
          </a:prstGeom>
          <a:ln w="76200">
            <a:solidFill>
              <a:schemeClr val="accent6"/>
            </a:solidFill>
          </a:ln>
        </p:spPr>
        <p:style>
          <a:lnRef idx="1">
            <a:schemeClr val="accent1"/>
          </a:lnRef>
          <a:fillRef idx="0">
            <a:schemeClr val="accent1"/>
          </a:fillRef>
          <a:effectRef idx="0">
            <a:schemeClr val="accent1"/>
          </a:effectRef>
          <a:fontRef idx="minor">
            <a:schemeClr val="tx1"/>
          </a:fontRef>
        </p:style>
      </p:cxnSp>
      <p:sp>
        <p:nvSpPr>
          <p:cNvPr id="48" name="ZoneTexte 47">
            <a:extLst>
              <a:ext uri="{FF2B5EF4-FFF2-40B4-BE49-F238E27FC236}">
                <a16:creationId xmlns:a16="http://schemas.microsoft.com/office/drawing/2014/main" id="{87407E66-DCB8-640F-95B2-2CC9393DA9CC}"/>
              </a:ext>
            </a:extLst>
          </p:cNvPr>
          <p:cNvSpPr txBox="1"/>
          <p:nvPr/>
        </p:nvSpPr>
        <p:spPr>
          <a:xfrm>
            <a:off x="2238470" y="5016963"/>
            <a:ext cx="598241" cy="369332"/>
          </a:xfrm>
          <a:prstGeom prst="rect">
            <a:avLst/>
          </a:prstGeom>
          <a:noFill/>
        </p:spPr>
        <p:txBody>
          <a:bodyPr wrap="none" rtlCol="0">
            <a:spAutoFit/>
          </a:bodyPr>
          <a:lstStyle/>
          <a:p>
            <a:r>
              <a:rPr lang="en-US" noProof="0" dirty="0">
                <a:latin typeface="Courier New" panose="02070309020205020404" pitchFamily="49" charset="0"/>
                <a:cs typeface="Courier New" panose="02070309020205020404" pitchFamily="49" charset="0"/>
              </a:rPr>
              <a:t>D/2</a:t>
            </a:r>
          </a:p>
        </p:txBody>
      </p:sp>
      <p:sp>
        <p:nvSpPr>
          <p:cNvPr id="49" name="ZoneTexte 48">
            <a:extLst>
              <a:ext uri="{FF2B5EF4-FFF2-40B4-BE49-F238E27FC236}">
                <a16:creationId xmlns:a16="http://schemas.microsoft.com/office/drawing/2014/main" id="{39D32D7F-EE8F-CF15-E611-FAA5FC43D385}"/>
              </a:ext>
            </a:extLst>
          </p:cNvPr>
          <p:cNvSpPr txBox="1"/>
          <p:nvPr/>
        </p:nvSpPr>
        <p:spPr>
          <a:xfrm>
            <a:off x="4334061" y="5009214"/>
            <a:ext cx="598241" cy="369332"/>
          </a:xfrm>
          <a:prstGeom prst="rect">
            <a:avLst/>
          </a:prstGeom>
          <a:noFill/>
        </p:spPr>
        <p:txBody>
          <a:bodyPr wrap="none" rtlCol="0">
            <a:spAutoFit/>
          </a:bodyPr>
          <a:lstStyle/>
          <a:p>
            <a:r>
              <a:rPr lang="en-US" noProof="0" dirty="0">
                <a:latin typeface="Courier New" panose="02070309020205020404" pitchFamily="49" charset="0"/>
                <a:cs typeface="Courier New" panose="02070309020205020404" pitchFamily="49" charset="0"/>
              </a:rPr>
              <a:t>D/2</a:t>
            </a:r>
          </a:p>
        </p:txBody>
      </p:sp>
      <p:sp>
        <p:nvSpPr>
          <p:cNvPr id="50" name="ZoneTexte 49">
            <a:extLst>
              <a:ext uri="{FF2B5EF4-FFF2-40B4-BE49-F238E27FC236}">
                <a16:creationId xmlns:a16="http://schemas.microsoft.com/office/drawing/2014/main" id="{5BFFCDF1-084D-B937-B172-40E544B30506}"/>
              </a:ext>
            </a:extLst>
          </p:cNvPr>
          <p:cNvSpPr txBox="1"/>
          <p:nvPr/>
        </p:nvSpPr>
        <p:spPr>
          <a:xfrm>
            <a:off x="4333248" y="4551296"/>
            <a:ext cx="1197764" cy="369332"/>
          </a:xfrm>
          <a:prstGeom prst="rect">
            <a:avLst/>
          </a:prstGeom>
          <a:noFill/>
        </p:spPr>
        <p:txBody>
          <a:bodyPr wrap="none" rtlCol="0">
            <a:spAutoFit/>
          </a:bodyPr>
          <a:lstStyle/>
          <a:p>
            <a:r>
              <a:rPr lang="en-US" noProof="0" dirty="0">
                <a:latin typeface="Courier New" panose="02070309020205020404" pitchFamily="49" charset="0"/>
                <a:cs typeface="Courier New" panose="02070309020205020404" pitchFamily="49" charset="0"/>
              </a:rPr>
              <a:t>60 kmh</a:t>
            </a:r>
            <a:r>
              <a:rPr lang="en-US" baseline="30000" noProof="0" dirty="0">
                <a:latin typeface="Courier New" panose="02070309020205020404" pitchFamily="49" charset="0"/>
                <a:cs typeface="Courier New" panose="02070309020205020404" pitchFamily="49" charset="0"/>
              </a:rPr>
              <a:t>-1</a:t>
            </a:r>
          </a:p>
        </p:txBody>
      </p:sp>
      <p:sp>
        <p:nvSpPr>
          <p:cNvPr id="51" name="ZoneTexte 50">
            <a:extLst>
              <a:ext uri="{FF2B5EF4-FFF2-40B4-BE49-F238E27FC236}">
                <a16:creationId xmlns:a16="http://schemas.microsoft.com/office/drawing/2014/main" id="{1AD6583B-0AEC-6EFD-6092-7CD0AEA2BFE2}"/>
              </a:ext>
            </a:extLst>
          </p:cNvPr>
          <p:cNvSpPr txBox="1"/>
          <p:nvPr/>
        </p:nvSpPr>
        <p:spPr>
          <a:xfrm>
            <a:off x="2425805" y="4554910"/>
            <a:ext cx="1197764" cy="369332"/>
          </a:xfrm>
          <a:prstGeom prst="rect">
            <a:avLst/>
          </a:prstGeom>
          <a:noFill/>
        </p:spPr>
        <p:txBody>
          <a:bodyPr wrap="none" rtlCol="0">
            <a:spAutoFit/>
          </a:bodyPr>
          <a:lstStyle/>
          <a:p>
            <a:r>
              <a:rPr lang="en-US" noProof="0" dirty="0">
                <a:latin typeface="Courier New" panose="02070309020205020404" pitchFamily="49" charset="0"/>
                <a:cs typeface="Courier New" panose="02070309020205020404" pitchFamily="49" charset="0"/>
              </a:rPr>
              <a:t>40 kmh</a:t>
            </a:r>
            <a:r>
              <a:rPr lang="en-US" baseline="30000" noProof="0" dirty="0">
                <a:latin typeface="Courier New" panose="02070309020205020404" pitchFamily="49" charset="0"/>
                <a:cs typeface="Courier New" panose="02070309020205020404" pitchFamily="49" charset="0"/>
              </a:rPr>
              <a:t>-1</a:t>
            </a:r>
          </a:p>
        </p:txBody>
      </p:sp>
      <p:pic>
        <p:nvPicPr>
          <p:cNvPr id="52" name="Graphique 51" descr="Voiture avec un remplissage uni">
            <a:extLst>
              <a:ext uri="{FF2B5EF4-FFF2-40B4-BE49-F238E27FC236}">
                <a16:creationId xmlns:a16="http://schemas.microsoft.com/office/drawing/2014/main" id="{7EFE9D17-2E74-AD62-7EEA-0DD59411571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47318" y="5670425"/>
            <a:ext cx="914400" cy="914400"/>
          </a:xfrm>
          <a:prstGeom prst="rect">
            <a:avLst/>
          </a:prstGeom>
        </p:spPr>
      </p:pic>
      <p:cxnSp>
        <p:nvCxnSpPr>
          <p:cNvPr id="53" name="Connecteur droit 52">
            <a:extLst>
              <a:ext uri="{FF2B5EF4-FFF2-40B4-BE49-F238E27FC236}">
                <a16:creationId xmlns:a16="http://schemas.microsoft.com/office/drawing/2014/main" id="{BFCAE3C3-5281-01DB-160B-4B86BCCCE040}"/>
              </a:ext>
            </a:extLst>
          </p:cNvPr>
          <p:cNvCxnSpPr>
            <a:cxnSpLocks/>
          </p:cNvCxnSpPr>
          <p:nvPr/>
        </p:nvCxnSpPr>
        <p:spPr>
          <a:xfrm>
            <a:off x="1390843" y="6373268"/>
            <a:ext cx="2178411" cy="0"/>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4" name="Connecteur droit 53">
            <a:extLst>
              <a:ext uri="{FF2B5EF4-FFF2-40B4-BE49-F238E27FC236}">
                <a16:creationId xmlns:a16="http://schemas.microsoft.com/office/drawing/2014/main" id="{A9D98A28-9089-69DF-6831-24076339D801}"/>
              </a:ext>
            </a:extLst>
          </p:cNvPr>
          <p:cNvCxnSpPr>
            <a:cxnSpLocks/>
          </p:cNvCxnSpPr>
          <p:nvPr/>
        </p:nvCxnSpPr>
        <p:spPr>
          <a:xfrm>
            <a:off x="3525672" y="6373268"/>
            <a:ext cx="2178411" cy="0"/>
          </a:xfrm>
          <a:prstGeom prst="line">
            <a:avLst/>
          </a:prstGeom>
          <a:ln w="76200">
            <a:solidFill>
              <a:schemeClr val="accent6"/>
            </a:solidFill>
          </a:ln>
        </p:spPr>
        <p:style>
          <a:lnRef idx="1">
            <a:schemeClr val="accent1"/>
          </a:lnRef>
          <a:fillRef idx="0">
            <a:schemeClr val="accent1"/>
          </a:fillRef>
          <a:effectRef idx="0">
            <a:schemeClr val="accent1"/>
          </a:effectRef>
          <a:fontRef idx="minor">
            <a:schemeClr val="tx1"/>
          </a:fontRef>
        </p:style>
      </p:cxnSp>
      <p:sp>
        <p:nvSpPr>
          <p:cNvPr id="55" name="ZoneTexte 54">
            <a:extLst>
              <a:ext uri="{FF2B5EF4-FFF2-40B4-BE49-F238E27FC236}">
                <a16:creationId xmlns:a16="http://schemas.microsoft.com/office/drawing/2014/main" id="{84C1C583-4227-957A-3DA3-F2AF8C3F4F01}"/>
              </a:ext>
            </a:extLst>
          </p:cNvPr>
          <p:cNvSpPr txBox="1"/>
          <p:nvPr/>
        </p:nvSpPr>
        <p:spPr>
          <a:xfrm>
            <a:off x="2238470" y="6423024"/>
            <a:ext cx="598241" cy="369332"/>
          </a:xfrm>
          <a:prstGeom prst="rect">
            <a:avLst/>
          </a:prstGeom>
          <a:noFill/>
        </p:spPr>
        <p:txBody>
          <a:bodyPr wrap="none" rtlCol="0">
            <a:spAutoFit/>
          </a:bodyPr>
          <a:lstStyle/>
          <a:p>
            <a:r>
              <a:rPr lang="en-US" noProof="0" dirty="0">
                <a:latin typeface="Courier New" panose="02070309020205020404" pitchFamily="49" charset="0"/>
                <a:cs typeface="Courier New" panose="02070309020205020404" pitchFamily="49" charset="0"/>
              </a:rPr>
              <a:t>D/2</a:t>
            </a:r>
          </a:p>
        </p:txBody>
      </p:sp>
      <p:sp>
        <p:nvSpPr>
          <p:cNvPr id="56" name="ZoneTexte 55">
            <a:extLst>
              <a:ext uri="{FF2B5EF4-FFF2-40B4-BE49-F238E27FC236}">
                <a16:creationId xmlns:a16="http://schemas.microsoft.com/office/drawing/2014/main" id="{4C4240B7-A8EF-3FE0-7FFD-DDEDD3B33119}"/>
              </a:ext>
            </a:extLst>
          </p:cNvPr>
          <p:cNvSpPr txBox="1"/>
          <p:nvPr/>
        </p:nvSpPr>
        <p:spPr>
          <a:xfrm>
            <a:off x="4334061" y="6415275"/>
            <a:ext cx="598241" cy="369332"/>
          </a:xfrm>
          <a:prstGeom prst="rect">
            <a:avLst/>
          </a:prstGeom>
          <a:noFill/>
        </p:spPr>
        <p:txBody>
          <a:bodyPr wrap="none" rtlCol="0">
            <a:spAutoFit/>
          </a:bodyPr>
          <a:lstStyle/>
          <a:p>
            <a:r>
              <a:rPr lang="en-US" noProof="0" dirty="0">
                <a:latin typeface="Courier New" panose="02070309020205020404" pitchFamily="49" charset="0"/>
                <a:cs typeface="Courier New" panose="02070309020205020404" pitchFamily="49" charset="0"/>
              </a:rPr>
              <a:t>D/2</a:t>
            </a:r>
          </a:p>
        </p:txBody>
      </p:sp>
      <p:sp>
        <p:nvSpPr>
          <p:cNvPr id="57" name="ZoneTexte 56">
            <a:extLst>
              <a:ext uri="{FF2B5EF4-FFF2-40B4-BE49-F238E27FC236}">
                <a16:creationId xmlns:a16="http://schemas.microsoft.com/office/drawing/2014/main" id="{F80C07E6-EC58-A43A-4003-B821E902C087}"/>
              </a:ext>
            </a:extLst>
          </p:cNvPr>
          <p:cNvSpPr txBox="1"/>
          <p:nvPr/>
        </p:nvSpPr>
        <p:spPr>
          <a:xfrm>
            <a:off x="4333248" y="5957357"/>
            <a:ext cx="1197764" cy="369332"/>
          </a:xfrm>
          <a:prstGeom prst="rect">
            <a:avLst/>
          </a:prstGeom>
          <a:noFill/>
        </p:spPr>
        <p:txBody>
          <a:bodyPr wrap="none" rtlCol="0">
            <a:spAutoFit/>
          </a:bodyPr>
          <a:lstStyle/>
          <a:p>
            <a:r>
              <a:rPr lang="en-US" noProof="0" dirty="0">
                <a:latin typeface="Courier New" panose="02070309020205020404" pitchFamily="49" charset="0"/>
                <a:cs typeface="Courier New" panose="02070309020205020404" pitchFamily="49" charset="0"/>
              </a:rPr>
              <a:t>48 kmh</a:t>
            </a:r>
            <a:r>
              <a:rPr lang="en-US" baseline="30000" noProof="0" dirty="0">
                <a:latin typeface="Courier New" panose="02070309020205020404" pitchFamily="49" charset="0"/>
                <a:cs typeface="Courier New" panose="02070309020205020404" pitchFamily="49" charset="0"/>
              </a:rPr>
              <a:t>-1</a:t>
            </a:r>
          </a:p>
        </p:txBody>
      </p:sp>
      <p:sp>
        <p:nvSpPr>
          <p:cNvPr id="58" name="ZoneTexte 57">
            <a:extLst>
              <a:ext uri="{FF2B5EF4-FFF2-40B4-BE49-F238E27FC236}">
                <a16:creationId xmlns:a16="http://schemas.microsoft.com/office/drawing/2014/main" id="{3BE81455-3E0E-3085-9168-2E8E75435757}"/>
              </a:ext>
            </a:extLst>
          </p:cNvPr>
          <p:cNvSpPr txBox="1"/>
          <p:nvPr/>
        </p:nvSpPr>
        <p:spPr>
          <a:xfrm>
            <a:off x="2425805" y="5960971"/>
            <a:ext cx="1197764" cy="369332"/>
          </a:xfrm>
          <a:prstGeom prst="rect">
            <a:avLst/>
          </a:prstGeom>
          <a:noFill/>
        </p:spPr>
        <p:txBody>
          <a:bodyPr wrap="none" rtlCol="0">
            <a:spAutoFit/>
          </a:bodyPr>
          <a:lstStyle/>
          <a:p>
            <a:r>
              <a:rPr lang="en-US" noProof="0" dirty="0">
                <a:latin typeface="Courier New" panose="02070309020205020404" pitchFamily="49" charset="0"/>
                <a:cs typeface="Courier New" panose="02070309020205020404" pitchFamily="49" charset="0"/>
              </a:rPr>
              <a:t>48 kmh</a:t>
            </a:r>
            <a:r>
              <a:rPr lang="en-US" baseline="30000" noProof="0" dirty="0">
                <a:latin typeface="Courier New" panose="02070309020205020404" pitchFamily="49" charset="0"/>
                <a:cs typeface="Courier New" panose="02070309020205020404" pitchFamily="49" charset="0"/>
              </a:rPr>
              <a:t>-1</a:t>
            </a:r>
          </a:p>
        </p:txBody>
      </p:sp>
      <mc:AlternateContent xmlns:mc="http://schemas.openxmlformats.org/markup-compatibility/2006" xmlns:a14="http://schemas.microsoft.com/office/drawing/2010/main">
        <mc:Choice Requires="a14">
          <p:sp>
            <p:nvSpPr>
              <p:cNvPr id="59" name="ZoneTexte 58">
                <a:extLst>
                  <a:ext uri="{FF2B5EF4-FFF2-40B4-BE49-F238E27FC236}">
                    <a16:creationId xmlns:a16="http://schemas.microsoft.com/office/drawing/2014/main" id="{9D0C1BB2-2ABC-CA31-AAD1-B8A7F8B491C5}"/>
                  </a:ext>
                </a:extLst>
              </p:cNvPr>
              <p:cNvSpPr txBox="1"/>
              <p:nvPr/>
            </p:nvSpPr>
            <p:spPr>
              <a:xfrm>
                <a:off x="8919315" y="1692833"/>
                <a:ext cx="2262158" cy="7439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𝑀</m:t>
                          </m:r>
                        </m:e>
                        <m:sub>
                          <m:r>
                            <a:rPr lang="en-US" b="0" i="1" noProof="0" smtClean="0">
                              <a:latin typeface="Cambria Math" panose="02040503050406030204" pitchFamily="18" charset="0"/>
                            </a:rPr>
                            <m:t>h</m:t>
                          </m:r>
                        </m:sub>
                      </m:sSub>
                      <m:r>
                        <a:rPr lang="en-US" b="0" i="1" noProof="0" smtClean="0">
                          <a:latin typeface="Cambria Math" panose="02040503050406030204" pitchFamily="18" charset="0"/>
                        </a:rPr>
                        <m:t>= </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2</m:t>
                          </m:r>
                        </m:num>
                        <m:den>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1</m:t>
                              </m:r>
                            </m:num>
                            <m:den>
                              <m:r>
                                <a:rPr lang="en-US" b="0" i="1" noProof="0" smtClean="0">
                                  <a:latin typeface="Cambria Math" panose="02040503050406030204" pitchFamily="18" charset="0"/>
                                </a:rPr>
                                <m:t>40</m:t>
                              </m:r>
                            </m:den>
                          </m:f>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1</m:t>
                              </m:r>
                            </m:num>
                            <m:den>
                              <m:r>
                                <a:rPr lang="en-US" b="0" i="1" noProof="0" smtClean="0">
                                  <a:latin typeface="Cambria Math" panose="02040503050406030204" pitchFamily="18" charset="0"/>
                                </a:rPr>
                                <m:t>60</m:t>
                              </m:r>
                            </m:den>
                          </m:f>
                        </m:den>
                      </m:f>
                      <m:r>
                        <a:rPr lang="en-US" b="0" i="1" noProof="0" smtClean="0">
                          <a:latin typeface="Cambria Math" panose="02040503050406030204" pitchFamily="18" charset="0"/>
                        </a:rPr>
                        <m:t>=48 </m:t>
                      </m:r>
                      <m:r>
                        <m:rPr>
                          <m:sty m:val="p"/>
                        </m:rPr>
                        <a:rPr lang="en-US" b="0" i="1" noProof="0" smtClean="0">
                          <a:latin typeface="Cambria Math" panose="02040503050406030204" pitchFamily="18" charset="0"/>
                          <a:ea typeface="Cambria Math" panose="02040503050406030204" pitchFamily="18" charset="0"/>
                        </a:rPr>
                        <m:t>Ω</m:t>
                      </m:r>
                    </m:oMath>
                  </m:oMathPara>
                </a14:m>
                <a:endParaRPr lang="en-US" noProof="0" dirty="0"/>
              </a:p>
            </p:txBody>
          </p:sp>
        </mc:Choice>
        <mc:Fallback xmlns="">
          <p:sp>
            <p:nvSpPr>
              <p:cNvPr id="59" name="ZoneTexte 58">
                <a:extLst>
                  <a:ext uri="{FF2B5EF4-FFF2-40B4-BE49-F238E27FC236}">
                    <a16:creationId xmlns:a16="http://schemas.microsoft.com/office/drawing/2014/main" id="{9D0C1BB2-2ABC-CA31-AAD1-B8A7F8B491C5}"/>
                  </a:ext>
                </a:extLst>
              </p:cNvPr>
              <p:cNvSpPr txBox="1">
                <a:spLocks noRot="1" noChangeAspect="1" noMove="1" noResize="1" noEditPoints="1" noAdjustHandles="1" noChangeArrowheads="1" noChangeShapeType="1" noTextEdit="1"/>
              </p:cNvSpPr>
              <p:nvPr/>
            </p:nvSpPr>
            <p:spPr>
              <a:xfrm>
                <a:off x="8919315" y="1692833"/>
                <a:ext cx="2262158" cy="743922"/>
              </a:xfrm>
              <a:prstGeom prst="rect">
                <a:avLst/>
              </a:prstGeom>
              <a:blipFill>
                <a:blip r:embed="rId4"/>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3335315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8799353-42B3-8F74-C97B-66FB54F5C47A}"/>
              </a:ext>
            </a:extLst>
          </p:cNvPr>
          <p:cNvSpPr txBox="1"/>
          <p:nvPr/>
        </p:nvSpPr>
        <p:spPr>
          <a:xfrm rot="19517226">
            <a:off x="1975474" y="2437855"/>
            <a:ext cx="1800000" cy="360000"/>
          </a:xfrm>
          <a:prstGeom prst="rect">
            <a:avLst/>
          </a:prstGeom>
          <a:noFill/>
        </p:spPr>
        <p:txBody>
          <a:bodyPr wrap="square" rtlCol="0">
            <a:spAutoFit/>
          </a:bodyPr>
          <a:lstStyle/>
          <a:p>
            <a:pPr algn="ctr"/>
            <a:r>
              <a:rPr lang="en-US" noProof="0" dirty="0">
                <a:latin typeface="Courier New" panose="02070309020205020404" pitchFamily="49" charset="0"/>
                <a:cs typeface="Courier New" panose="02070309020205020404" pitchFamily="49" charset="0"/>
              </a:rPr>
              <a:t>Prevalence</a:t>
            </a:r>
          </a:p>
        </p:txBody>
      </p:sp>
      <p:sp>
        <p:nvSpPr>
          <p:cNvPr id="5" name="ZoneTexte 4">
            <a:extLst>
              <a:ext uri="{FF2B5EF4-FFF2-40B4-BE49-F238E27FC236}">
                <a16:creationId xmlns:a16="http://schemas.microsoft.com/office/drawing/2014/main" id="{C5D912BA-2EE1-946F-377F-9060678B8746}"/>
              </a:ext>
            </a:extLst>
          </p:cNvPr>
          <p:cNvSpPr txBox="1"/>
          <p:nvPr/>
        </p:nvSpPr>
        <p:spPr>
          <a:xfrm rot="19500000">
            <a:off x="3889627" y="1350531"/>
            <a:ext cx="1800000" cy="360000"/>
          </a:xfrm>
          <a:prstGeom prst="rect">
            <a:avLst/>
          </a:prstGeom>
          <a:noFill/>
        </p:spPr>
        <p:txBody>
          <a:bodyPr wrap="square" rtlCol="0">
            <a:spAutoFit/>
          </a:bodyPr>
          <a:lstStyle/>
          <a:p>
            <a:pPr algn="ctr"/>
            <a:r>
              <a:rPr lang="en-US" noProof="0" dirty="0">
                <a:latin typeface="Courier New" panose="02070309020205020404" pitchFamily="49" charset="0"/>
                <a:cs typeface="Courier New" panose="02070309020205020404" pitchFamily="49" charset="0"/>
              </a:rPr>
              <a:t>Sensitivity</a:t>
            </a:r>
          </a:p>
        </p:txBody>
      </p:sp>
      <p:sp>
        <p:nvSpPr>
          <p:cNvPr id="8" name="Ellipse 7">
            <a:extLst>
              <a:ext uri="{FF2B5EF4-FFF2-40B4-BE49-F238E27FC236}">
                <a16:creationId xmlns:a16="http://schemas.microsoft.com/office/drawing/2014/main" id="{50FC805C-0F28-E05D-CD4C-63AB090D7FA3}"/>
              </a:ext>
            </a:extLst>
          </p:cNvPr>
          <p:cNvSpPr/>
          <p:nvPr/>
        </p:nvSpPr>
        <p:spPr>
          <a:xfrm>
            <a:off x="1845720" y="3124196"/>
            <a:ext cx="372979" cy="372979"/>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46FD3970-E612-6766-68E0-910C741F6C00}"/>
              </a:ext>
            </a:extLst>
          </p:cNvPr>
          <p:cNvSpPr/>
          <p:nvPr/>
        </p:nvSpPr>
        <p:spPr>
          <a:xfrm>
            <a:off x="5649945" y="1003846"/>
            <a:ext cx="372979" cy="372979"/>
          </a:xfrm>
          <a:prstGeom prst="ellipse">
            <a:avLst/>
          </a:prstGeom>
          <a:solidFill>
            <a:srgbClr val="2E6D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2AF3DC78-B17C-FAE2-F4AC-9B7AB2220DC4}"/>
              </a:ext>
            </a:extLst>
          </p:cNvPr>
          <p:cNvSpPr/>
          <p:nvPr/>
        </p:nvSpPr>
        <p:spPr>
          <a:xfrm>
            <a:off x="5649944" y="2041976"/>
            <a:ext cx="372979" cy="372979"/>
          </a:xfrm>
          <a:prstGeom prst="ellipse">
            <a:avLst/>
          </a:prstGeom>
          <a:solidFill>
            <a:srgbClr val="4535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FADE2A3E-8BEE-220B-DB34-47AC5E963BAE}"/>
              </a:ext>
            </a:extLst>
          </p:cNvPr>
          <p:cNvSpPr/>
          <p:nvPr/>
        </p:nvSpPr>
        <p:spPr>
          <a:xfrm>
            <a:off x="5647627" y="4174952"/>
            <a:ext cx="372979" cy="372979"/>
          </a:xfrm>
          <a:prstGeom prst="ellipse">
            <a:avLst/>
          </a:prstGeom>
          <a:solidFill>
            <a:srgbClr val="44015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981E0BB8-ED99-8382-476C-884268FC25A6}"/>
              </a:ext>
            </a:extLst>
          </p:cNvPr>
          <p:cNvSpPr/>
          <p:nvPr/>
        </p:nvSpPr>
        <p:spPr>
          <a:xfrm>
            <a:off x="5647626" y="5412967"/>
            <a:ext cx="372979" cy="372979"/>
          </a:xfrm>
          <a:prstGeom prst="ellipse">
            <a:avLst/>
          </a:prstGeom>
          <a:solidFill>
            <a:srgbClr val="FDE7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B1F26645-C568-6A48-46D4-F9AAF716B7A8}"/>
              </a:ext>
            </a:extLst>
          </p:cNvPr>
          <p:cNvSpPr/>
          <p:nvPr/>
        </p:nvSpPr>
        <p:spPr>
          <a:xfrm>
            <a:off x="3746966" y="2071431"/>
            <a:ext cx="372979" cy="372979"/>
          </a:xfrm>
          <a:prstGeom prst="ellipse">
            <a:avLst/>
          </a:prstGeom>
          <a:solidFill>
            <a:srgbClr val="70AD4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78A1D14F-2D3D-6685-18E6-ED3766EFC8F1}"/>
              </a:ext>
            </a:extLst>
          </p:cNvPr>
          <p:cNvSpPr/>
          <p:nvPr/>
        </p:nvSpPr>
        <p:spPr>
          <a:xfrm>
            <a:off x="3746966" y="4174953"/>
            <a:ext cx="372979" cy="372979"/>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8" name="Connecteur droit 17">
            <a:extLst>
              <a:ext uri="{FF2B5EF4-FFF2-40B4-BE49-F238E27FC236}">
                <a16:creationId xmlns:a16="http://schemas.microsoft.com/office/drawing/2014/main" id="{18DD0875-F4AE-5522-6DBC-28F302EF5599}"/>
              </a:ext>
            </a:extLst>
          </p:cNvPr>
          <p:cNvCxnSpPr>
            <a:cxnSpLocks/>
            <a:stCxn id="8" idx="6"/>
            <a:endCxn id="15" idx="2"/>
          </p:cNvCxnSpPr>
          <p:nvPr/>
        </p:nvCxnSpPr>
        <p:spPr>
          <a:xfrm flipV="1">
            <a:off x="2218699" y="2257921"/>
            <a:ext cx="1528267" cy="105276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F2F6C653-DDDA-24F0-AF5A-E2542DE1A12F}"/>
              </a:ext>
            </a:extLst>
          </p:cNvPr>
          <p:cNvCxnSpPr>
            <a:cxnSpLocks/>
            <a:stCxn id="8" idx="6"/>
            <a:endCxn id="16" idx="2"/>
          </p:cNvCxnSpPr>
          <p:nvPr/>
        </p:nvCxnSpPr>
        <p:spPr>
          <a:xfrm>
            <a:off x="2218699" y="3310686"/>
            <a:ext cx="1528267" cy="105075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5A3EAE7C-298C-3E6C-D59B-E37995F685B6}"/>
              </a:ext>
            </a:extLst>
          </p:cNvPr>
          <p:cNvCxnSpPr>
            <a:cxnSpLocks/>
            <a:stCxn id="16" idx="6"/>
            <a:endCxn id="14" idx="2"/>
          </p:cNvCxnSpPr>
          <p:nvPr/>
        </p:nvCxnSpPr>
        <p:spPr>
          <a:xfrm>
            <a:off x="4119945" y="4361443"/>
            <a:ext cx="1527681" cy="123801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53F13D3A-2AC1-1A05-7469-8D745B99E5CE}"/>
              </a:ext>
            </a:extLst>
          </p:cNvPr>
          <p:cNvCxnSpPr>
            <a:cxnSpLocks/>
            <a:stCxn id="16" idx="6"/>
            <a:endCxn id="13" idx="2"/>
          </p:cNvCxnSpPr>
          <p:nvPr/>
        </p:nvCxnSpPr>
        <p:spPr>
          <a:xfrm flipV="1">
            <a:off x="4119945" y="4361442"/>
            <a:ext cx="1527682"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Connecteur droit 35">
            <a:extLst>
              <a:ext uri="{FF2B5EF4-FFF2-40B4-BE49-F238E27FC236}">
                <a16:creationId xmlns:a16="http://schemas.microsoft.com/office/drawing/2014/main" id="{4852EA69-A0CE-2D40-03E3-36DA36B68B26}"/>
              </a:ext>
            </a:extLst>
          </p:cNvPr>
          <p:cNvCxnSpPr>
            <a:cxnSpLocks/>
          </p:cNvCxnSpPr>
          <p:nvPr/>
        </p:nvCxnSpPr>
        <p:spPr>
          <a:xfrm flipV="1">
            <a:off x="4112688" y="1188667"/>
            <a:ext cx="1530000" cy="10512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D8F57987-9B61-872A-BA99-7902E5F9FAB1}"/>
              </a:ext>
            </a:extLst>
          </p:cNvPr>
          <p:cNvCxnSpPr>
            <a:cxnSpLocks/>
            <a:stCxn id="15" idx="6"/>
            <a:endCxn id="12" idx="2"/>
          </p:cNvCxnSpPr>
          <p:nvPr/>
        </p:nvCxnSpPr>
        <p:spPr>
          <a:xfrm flipV="1">
            <a:off x="4119945" y="2228466"/>
            <a:ext cx="1529999" cy="2945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ZoneTexte 48">
            <a:extLst>
              <a:ext uri="{FF2B5EF4-FFF2-40B4-BE49-F238E27FC236}">
                <a16:creationId xmlns:a16="http://schemas.microsoft.com/office/drawing/2014/main" id="{07EFD98B-4927-25BC-8BD2-9697E33F2D53}"/>
              </a:ext>
            </a:extLst>
          </p:cNvPr>
          <p:cNvSpPr txBox="1"/>
          <p:nvPr/>
        </p:nvSpPr>
        <p:spPr>
          <a:xfrm rot="2328871">
            <a:off x="3885563" y="4980794"/>
            <a:ext cx="1800000" cy="369332"/>
          </a:xfrm>
          <a:prstGeom prst="rect">
            <a:avLst/>
          </a:prstGeom>
          <a:noFill/>
        </p:spPr>
        <p:txBody>
          <a:bodyPr wrap="square" rtlCol="0">
            <a:spAutoFit/>
          </a:bodyPr>
          <a:lstStyle/>
          <a:p>
            <a:pPr algn="ctr"/>
            <a:r>
              <a:rPr lang="en-US" noProof="0" dirty="0">
                <a:latin typeface="Courier New" panose="02070309020205020404" pitchFamily="49" charset="0"/>
                <a:cs typeface="Courier New" panose="02070309020205020404" pitchFamily="49" charset="0"/>
              </a:rPr>
              <a:t>Specificity</a:t>
            </a:r>
          </a:p>
        </p:txBody>
      </p:sp>
      <p:sp>
        <p:nvSpPr>
          <p:cNvPr id="50" name="ZoneTexte 49">
            <a:extLst>
              <a:ext uri="{FF2B5EF4-FFF2-40B4-BE49-F238E27FC236}">
                <a16:creationId xmlns:a16="http://schemas.microsoft.com/office/drawing/2014/main" id="{03D09B40-5404-F339-8BE1-46471E11C7EC}"/>
              </a:ext>
            </a:extLst>
          </p:cNvPr>
          <p:cNvSpPr txBox="1"/>
          <p:nvPr/>
        </p:nvSpPr>
        <p:spPr>
          <a:xfrm>
            <a:off x="6082942" y="1003846"/>
            <a:ext cx="405880" cy="369332"/>
          </a:xfrm>
          <a:prstGeom prst="rect">
            <a:avLst/>
          </a:prstGeom>
          <a:noFill/>
        </p:spPr>
        <p:txBody>
          <a:bodyPr wrap="none" rtlCol="0">
            <a:spAutoFit/>
          </a:bodyPr>
          <a:lstStyle/>
          <a:p>
            <a:r>
              <a:rPr lang="en-US" noProof="0" dirty="0">
                <a:latin typeface="Impact" panose="020B0806030902050204" pitchFamily="34" charset="0"/>
              </a:rPr>
              <a:t>TP</a:t>
            </a:r>
          </a:p>
        </p:txBody>
      </p:sp>
      <p:sp>
        <p:nvSpPr>
          <p:cNvPr id="53" name="ZoneTexte 52">
            <a:extLst>
              <a:ext uri="{FF2B5EF4-FFF2-40B4-BE49-F238E27FC236}">
                <a16:creationId xmlns:a16="http://schemas.microsoft.com/office/drawing/2014/main" id="{11D6D2EF-0906-5476-CB5F-193E951951EC}"/>
              </a:ext>
            </a:extLst>
          </p:cNvPr>
          <p:cNvSpPr txBox="1"/>
          <p:nvPr/>
        </p:nvSpPr>
        <p:spPr>
          <a:xfrm>
            <a:off x="6082942" y="2043799"/>
            <a:ext cx="401072" cy="369332"/>
          </a:xfrm>
          <a:prstGeom prst="rect">
            <a:avLst/>
          </a:prstGeom>
          <a:noFill/>
        </p:spPr>
        <p:txBody>
          <a:bodyPr wrap="none" rtlCol="0">
            <a:spAutoFit/>
          </a:bodyPr>
          <a:lstStyle/>
          <a:p>
            <a:r>
              <a:rPr lang="en-US" dirty="0">
                <a:latin typeface="Impact" panose="020B0806030902050204" pitchFamily="34" charset="0"/>
              </a:rPr>
              <a:t>FN</a:t>
            </a:r>
            <a:endParaRPr lang="en-US" noProof="0" dirty="0">
              <a:latin typeface="Impact" panose="020B0806030902050204" pitchFamily="34" charset="0"/>
            </a:endParaRPr>
          </a:p>
        </p:txBody>
      </p:sp>
      <p:sp>
        <p:nvSpPr>
          <p:cNvPr id="54" name="ZoneTexte 53">
            <a:extLst>
              <a:ext uri="{FF2B5EF4-FFF2-40B4-BE49-F238E27FC236}">
                <a16:creationId xmlns:a16="http://schemas.microsoft.com/office/drawing/2014/main" id="{3C17ACAA-907B-9A21-8D29-9A2C751759AC}"/>
              </a:ext>
            </a:extLst>
          </p:cNvPr>
          <p:cNvSpPr txBox="1"/>
          <p:nvPr/>
        </p:nvSpPr>
        <p:spPr>
          <a:xfrm>
            <a:off x="6082942" y="4176775"/>
            <a:ext cx="391454" cy="369332"/>
          </a:xfrm>
          <a:prstGeom prst="rect">
            <a:avLst/>
          </a:prstGeom>
          <a:noFill/>
        </p:spPr>
        <p:txBody>
          <a:bodyPr wrap="none" rtlCol="0">
            <a:spAutoFit/>
          </a:bodyPr>
          <a:lstStyle/>
          <a:p>
            <a:r>
              <a:rPr lang="en-US" dirty="0">
                <a:latin typeface="Impact" panose="020B0806030902050204" pitchFamily="34" charset="0"/>
              </a:rPr>
              <a:t>FP</a:t>
            </a:r>
            <a:endParaRPr lang="en-US" noProof="0" dirty="0">
              <a:latin typeface="Impact" panose="020B0806030902050204" pitchFamily="34" charset="0"/>
            </a:endParaRPr>
          </a:p>
        </p:txBody>
      </p:sp>
      <p:sp>
        <p:nvSpPr>
          <p:cNvPr id="55" name="ZoneTexte 54">
            <a:extLst>
              <a:ext uri="{FF2B5EF4-FFF2-40B4-BE49-F238E27FC236}">
                <a16:creationId xmlns:a16="http://schemas.microsoft.com/office/drawing/2014/main" id="{07AF3785-67C7-58DB-26A8-0ABBB89F202F}"/>
              </a:ext>
            </a:extLst>
          </p:cNvPr>
          <p:cNvSpPr txBox="1"/>
          <p:nvPr/>
        </p:nvSpPr>
        <p:spPr>
          <a:xfrm>
            <a:off x="6082942" y="5414790"/>
            <a:ext cx="415498" cy="369332"/>
          </a:xfrm>
          <a:prstGeom prst="rect">
            <a:avLst/>
          </a:prstGeom>
          <a:noFill/>
        </p:spPr>
        <p:txBody>
          <a:bodyPr wrap="none" rtlCol="0">
            <a:spAutoFit/>
          </a:bodyPr>
          <a:lstStyle/>
          <a:p>
            <a:r>
              <a:rPr lang="en-US" dirty="0">
                <a:latin typeface="Impact" panose="020B0806030902050204" pitchFamily="34" charset="0"/>
              </a:rPr>
              <a:t>TN</a:t>
            </a:r>
            <a:endParaRPr lang="en-US" noProof="0" dirty="0">
              <a:latin typeface="Impact" panose="020B0806030902050204" pitchFamily="34" charset="0"/>
            </a:endParaRPr>
          </a:p>
        </p:txBody>
      </p:sp>
      <p:sp>
        <p:nvSpPr>
          <p:cNvPr id="58" name="ZoneTexte 57">
            <a:extLst>
              <a:ext uri="{FF2B5EF4-FFF2-40B4-BE49-F238E27FC236}">
                <a16:creationId xmlns:a16="http://schemas.microsoft.com/office/drawing/2014/main" id="{5D7B42EC-3C4E-1C4B-7127-6291607ABADA}"/>
              </a:ext>
            </a:extLst>
          </p:cNvPr>
          <p:cNvSpPr txBox="1"/>
          <p:nvPr/>
        </p:nvSpPr>
        <p:spPr>
          <a:xfrm>
            <a:off x="4930891" y="5946816"/>
            <a:ext cx="1800000" cy="369332"/>
          </a:xfrm>
          <a:prstGeom prst="rect">
            <a:avLst/>
          </a:prstGeom>
          <a:solidFill>
            <a:schemeClr val="accent1">
              <a:lumMod val="40000"/>
              <a:lumOff val="60000"/>
            </a:schemeClr>
          </a:solidFill>
        </p:spPr>
        <p:txBody>
          <a:bodyPr wrap="square" rtlCol="0">
            <a:spAutoFit/>
          </a:bodyPr>
          <a:lstStyle/>
          <a:p>
            <a:pPr algn="ctr"/>
            <a:r>
              <a:rPr lang="en-US" noProof="0" dirty="0">
                <a:latin typeface="Courier New" panose="02070309020205020404" pitchFamily="49" charset="0"/>
                <a:cs typeface="Courier New" panose="02070309020205020404" pitchFamily="49" charset="0"/>
              </a:rPr>
              <a:t>Predictions</a:t>
            </a:r>
          </a:p>
        </p:txBody>
      </p:sp>
      <p:sp>
        <p:nvSpPr>
          <p:cNvPr id="59" name="ZoneTexte 58">
            <a:extLst>
              <a:ext uri="{FF2B5EF4-FFF2-40B4-BE49-F238E27FC236}">
                <a16:creationId xmlns:a16="http://schemas.microsoft.com/office/drawing/2014/main" id="{6239B8FE-D8F3-609C-7733-C8E2F5D21FFE}"/>
              </a:ext>
            </a:extLst>
          </p:cNvPr>
          <p:cNvSpPr txBox="1"/>
          <p:nvPr/>
        </p:nvSpPr>
        <p:spPr>
          <a:xfrm>
            <a:off x="3039094" y="5946814"/>
            <a:ext cx="1800000" cy="369332"/>
          </a:xfrm>
          <a:prstGeom prst="rect">
            <a:avLst/>
          </a:prstGeom>
          <a:solidFill>
            <a:schemeClr val="accent2">
              <a:lumMod val="60000"/>
              <a:lumOff val="40000"/>
            </a:schemeClr>
          </a:solidFill>
        </p:spPr>
        <p:txBody>
          <a:bodyPr wrap="square" rtlCol="0">
            <a:spAutoFit/>
          </a:bodyPr>
          <a:lstStyle/>
          <a:p>
            <a:pPr algn="ctr"/>
            <a:r>
              <a:rPr lang="en-US" noProof="0" dirty="0">
                <a:latin typeface="Courier New" panose="02070309020205020404" pitchFamily="49" charset="0"/>
                <a:cs typeface="Courier New" panose="02070309020205020404" pitchFamily="49" charset="0"/>
              </a:rPr>
              <a:t>Reality</a:t>
            </a:r>
          </a:p>
        </p:txBody>
      </p:sp>
      <p:sp>
        <p:nvSpPr>
          <p:cNvPr id="60" name="ZoneTexte 59">
            <a:extLst>
              <a:ext uri="{FF2B5EF4-FFF2-40B4-BE49-F238E27FC236}">
                <a16:creationId xmlns:a16="http://schemas.microsoft.com/office/drawing/2014/main" id="{DB1D96A7-3836-BC9F-1281-EBCCEDA2CBF9}"/>
              </a:ext>
            </a:extLst>
          </p:cNvPr>
          <p:cNvSpPr txBox="1"/>
          <p:nvPr/>
        </p:nvSpPr>
        <p:spPr>
          <a:xfrm>
            <a:off x="3031117" y="2475437"/>
            <a:ext cx="1800000" cy="338554"/>
          </a:xfrm>
          <a:prstGeom prst="rect">
            <a:avLst/>
          </a:prstGeom>
          <a:noFill/>
        </p:spPr>
        <p:txBody>
          <a:bodyPr wrap="square" rtlCol="0">
            <a:spAutoFit/>
          </a:bodyPr>
          <a:lstStyle/>
          <a:p>
            <a:pPr algn="ctr"/>
            <a:r>
              <a:rPr lang="en-US" sz="1600" noProof="0" dirty="0">
                <a:latin typeface="Courier New" panose="02070309020205020404" pitchFamily="49" charset="0"/>
                <a:cs typeface="Courier New" panose="02070309020205020404" pitchFamily="49" charset="0"/>
              </a:rPr>
              <a:t>Affected</a:t>
            </a:r>
          </a:p>
        </p:txBody>
      </p:sp>
      <p:sp>
        <p:nvSpPr>
          <p:cNvPr id="61" name="ZoneTexte 60">
            <a:extLst>
              <a:ext uri="{FF2B5EF4-FFF2-40B4-BE49-F238E27FC236}">
                <a16:creationId xmlns:a16="http://schemas.microsoft.com/office/drawing/2014/main" id="{9362FC6D-6B38-4158-9797-B263EB3CAA33}"/>
              </a:ext>
            </a:extLst>
          </p:cNvPr>
          <p:cNvSpPr txBox="1"/>
          <p:nvPr/>
        </p:nvSpPr>
        <p:spPr>
          <a:xfrm>
            <a:off x="3024076" y="3819187"/>
            <a:ext cx="1800000" cy="338554"/>
          </a:xfrm>
          <a:prstGeom prst="rect">
            <a:avLst/>
          </a:prstGeom>
          <a:noFill/>
        </p:spPr>
        <p:txBody>
          <a:bodyPr wrap="square" rtlCol="0">
            <a:spAutoFit/>
          </a:bodyPr>
          <a:lstStyle/>
          <a:p>
            <a:pPr algn="ctr"/>
            <a:r>
              <a:rPr lang="en-US" sz="1600" noProof="0" dirty="0">
                <a:latin typeface="Courier New" panose="02070309020205020404" pitchFamily="49" charset="0"/>
                <a:cs typeface="Courier New" panose="02070309020205020404" pitchFamily="49" charset="0"/>
              </a:rPr>
              <a:t>Healthy</a:t>
            </a:r>
          </a:p>
        </p:txBody>
      </p:sp>
    </p:spTree>
    <p:extLst>
      <p:ext uri="{BB962C8B-B14F-4D97-AF65-F5344CB8AC3E}">
        <p14:creationId xmlns:p14="http://schemas.microsoft.com/office/powerpoint/2010/main" val="180128973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19764</TotalTime>
  <Words>1581</Words>
  <Application>Microsoft Office PowerPoint</Application>
  <PresentationFormat>Grand écran</PresentationFormat>
  <Paragraphs>226</Paragraphs>
  <Slides>7</Slides>
  <Notes>4</Notes>
  <HiddenSlides>2</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7</vt:i4>
      </vt:variant>
    </vt:vector>
  </HeadingPairs>
  <TitlesOfParts>
    <vt:vector size="18" baseType="lpstr">
      <vt:lpstr>-apple-system</vt:lpstr>
      <vt:lpstr>Arial</vt:lpstr>
      <vt:lpstr>Calibri</vt:lpstr>
      <vt:lpstr>Calibri Light</vt:lpstr>
      <vt:lpstr>Cambria Math</vt:lpstr>
      <vt:lpstr>Courier New</vt:lpstr>
      <vt:lpstr>Impact</vt:lpstr>
      <vt:lpstr>Inter</vt:lpstr>
      <vt:lpstr>JetBrains Mono</vt:lpstr>
      <vt:lpstr>Times New Roman</vt:lpstr>
      <vt:lpstr>Thème Office</vt:lpstr>
      <vt:lpstr>Méthode pour TP, FN… Je ne comprends rien</vt:lpstr>
      <vt:lpstr>Méthode pour TP, FN…</vt:lpstr>
      <vt:lpstr>Precision, recall &amp; F1 scores</vt:lpstr>
      <vt:lpstr>F1 Score - Moyenne Harmonique ? </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Notes de stage</dc:title>
  <dc:creator>Philippe Baucour</dc:creator>
  <cp:lastModifiedBy>Philippe Baucour</cp:lastModifiedBy>
  <cp:revision>2</cp:revision>
  <dcterms:created xsi:type="dcterms:W3CDTF">2023-12-08T06:31:48Z</dcterms:created>
  <dcterms:modified xsi:type="dcterms:W3CDTF">2025-12-17T17:45:01Z</dcterms:modified>
</cp:coreProperties>
</file>