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>
      <p:cViewPr>
        <p:scale>
          <a:sx n="125" d="100"/>
          <a:sy n="125" d="100"/>
        </p:scale>
        <p:origin x="101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C486C1-1462-26E0-8AF2-22C0E5B402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3518995-E298-FE2E-6411-186E9E6D24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C72EE3-126E-15E8-7903-DBD90D47F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E058-CAA6-442E-81C9-ED1747644904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942E81-7E6F-E277-133B-8D94DB0DD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4EA8AC-D3DD-0ECA-C481-690457CEB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3E82-5539-4554-BADD-8788A95DD1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002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1104F5-9305-A779-24F1-18F05FD2B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739BBF-2F4E-C721-B506-582D635B3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70B6DA-2117-5DAA-52DF-86ADAE72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E058-CAA6-442E-81C9-ED1747644904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C31E38-2B47-FC03-0591-7E010014D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7B3588-C2A7-F563-F59C-518838EF4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3E82-5539-4554-BADD-8788A95DD1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3873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112D6B-23DB-01C3-AC47-FCC4CC521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F002C22-4C95-673F-42DE-D0EF384F0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C47D21-49FF-03AE-CB0D-50E76296C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E058-CAA6-442E-81C9-ED1747644904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57B16B-8AB0-D0A9-90F9-3D616058B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F1D7B6-A519-398C-997E-29C75AAD1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3E82-5539-4554-BADD-8788A95DD1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1169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F815D4-C963-F2FF-FBE4-86011B1F7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DB6107-CEA0-A2A6-0970-2B9987EAC8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E4D01E2-1940-BC31-7ABA-C2EA1F4341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6FE5423-87A5-4812-4159-0206BA337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E058-CAA6-442E-81C9-ED1747644904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D667AB2-A155-2888-3564-F9BB0A328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616E9C4-2BBC-AF31-7836-7C609D0C3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3E82-5539-4554-BADD-8788A95DD1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7107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F9FB09-478C-128D-C111-6533D0665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1CE908C-6F33-A6A1-7363-511C857BD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DD370B8-81CF-C0E1-F337-9E646B779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F92700E-A54C-3999-B014-CA93FA623D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9A21AFC-3EF4-D2D9-FD66-43CC8DE3D6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F1CC739-7D16-3B61-CFC0-9F7F34378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E058-CAA6-442E-81C9-ED1747644904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C9ADBE5-C7E2-1336-8982-080DEBD10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17A7D5C-712F-15AB-F101-508CEDA7C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3E82-5539-4554-BADD-8788A95DD1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1013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411219-7429-93D4-A330-E0A70390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CC69822-8083-1300-8277-1A03CA15F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E058-CAA6-442E-81C9-ED1747644904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AC35E92-7520-A281-0A96-85404E2E2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2492905-6DA3-9ECF-2CC2-011205F44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3E82-5539-4554-BADD-8788A95DD1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5334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4C7463-7DCA-EF9E-FF18-7D2A0BCEE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E058-CAA6-442E-81C9-ED1747644904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349BD02-0868-BDD3-6DCE-E02A28E13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676E7AA-4DE1-ED6C-D524-2BFA14E13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3E82-5539-4554-BADD-8788A95DD1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6104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E4A476-8684-8DE2-F212-D16EA4493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7A5300-AE2D-0010-F4D6-2116B08B2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0E0BDC1-080F-9750-C218-DD7BC918E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EDAAEB2-6027-7DE8-F9AA-80A501E1E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E058-CAA6-442E-81C9-ED1747644904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8F493B0-97CD-89DA-20A7-0FEC87D53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9DBE77-6E12-8343-9172-D5BEDD41D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3E82-5539-4554-BADD-8788A95DD1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4135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F29F5F-B43A-6A3A-EC3F-A90669452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35BFFBC-952F-52B8-70D0-480310EEA2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A4CAC90-3D7A-916F-D008-97DA32234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F6F370-B6E5-C5A9-5599-454E03C78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E058-CAA6-442E-81C9-ED1747644904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0C14DB8-5E66-3EFC-57B4-C070A51A8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E3A73DF-EFB1-F87F-68FD-9B7DF18BA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3E82-5539-4554-BADD-8788A95DD1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1946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821092-0CBA-E1DA-8A43-0C3BA86C8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263D962-40FD-0195-5A5F-0565C71F39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70227E-67B6-475C-5EF8-AF36EAB4D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E058-CAA6-442E-81C9-ED1747644904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A0F3E4-FDE7-D3E0-89E2-EF36C2DB4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332CE3-173A-2BAF-B421-695B319CB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3E82-5539-4554-BADD-8788A95DD1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8257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EA0BCD2-DEA4-85F7-2445-1E2CDECB2E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02CFDAD-7278-184D-EDC5-F3B9EFBF83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CBE8F8-3DA1-C1EB-78A9-5FB95FEC4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E058-CAA6-442E-81C9-ED1747644904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F5FD37-B1E5-2CF5-1694-2833FE9AB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12D494-DA07-0418-7E93-98D4362CC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3E82-5539-4554-BADD-8788A95DD1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359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24B906D-B0C3-D648-A99D-D8D766A77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5459977-BD70-DA16-D630-63FBB4121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A963FF-19FF-CD36-6A08-925803FB9C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3BE058-CAA6-442E-81C9-ED1747644904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398425-41A8-0A6D-6773-8F53AB1D48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3D5CF3C-EB49-A316-8DCE-1A54CE395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03E82-5539-4554-BADD-8788A95DD1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7666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ZoneTexte 46">
            <a:extLst>
              <a:ext uri="{FF2B5EF4-FFF2-40B4-BE49-F238E27FC236}">
                <a16:creationId xmlns:a16="http://schemas.microsoft.com/office/drawing/2014/main" id="{1E102833-7A5C-D58D-8024-5F4198DC9662}"/>
              </a:ext>
            </a:extLst>
          </p:cNvPr>
          <p:cNvSpPr txBox="1"/>
          <p:nvPr/>
        </p:nvSpPr>
        <p:spPr>
          <a:xfrm>
            <a:off x="8124959" y="2220849"/>
            <a:ext cx="10663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error = 3cm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BAFEEFAF-D946-539D-8B5B-DEE7F7415177}"/>
              </a:ext>
            </a:extLst>
          </p:cNvPr>
          <p:cNvCxnSpPr>
            <a:cxnSpLocks/>
          </p:cNvCxnSpPr>
          <p:nvPr/>
        </p:nvCxnSpPr>
        <p:spPr>
          <a:xfrm>
            <a:off x="3364479" y="3302000"/>
            <a:ext cx="3524192" cy="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Graphique 6" descr="Homme avec un remplissage uni">
            <a:extLst>
              <a:ext uri="{FF2B5EF4-FFF2-40B4-BE49-F238E27FC236}">
                <a16:creationId xmlns:a16="http://schemas.microsoft.com/office/drawing/2014/main" id="{36F2A5FE-6BD0-F398-8E6C-5FDADB6DAA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1941" y="2641599"/>
            <a:ext cx="2374899" cy="2374899"/>
          </a:xfrm>
          <a:prstGeom prst="rect">
            <a:avLst/>
          </a:prstGeom>
        </p:spPr>
      </p:pic>
      <p:pic>
        <p:nvPicPr>
          <p:cNvPr id="8" name="Graphique 7" descr="Homme avec un remplissage uni">
            <a:extLst>
              <a:ext uri="{FF2B5EF4-FFF2-40B4-BE49-F238E27FC236}">
                <a16:creationId xmlns:a16="http://schemas.microsoft.com/office/drawing/2014/main" id="{ABB9A017-B94E-F579-9834-A5C802125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85470" y="2641599"/>
            <a:ext cx="2374899" cy="2374899"/>
          </a:xfrm>
          <a:prstGeom prst="rect">
            <a:avLst/>
          </a:prstGeom>
        </p:spPr>
      </p:pic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35FEABED-5D3E-5387-8696-F22F9398741A}"/>
              </a:ext>
            </a:extLst>
          </p:cNvPr>
          <p:cNvCxnSpPr>
            <a:cxnSpLocks/>
          </p:cNvCxnSpPr>
          <p:nvPr/>
        </p:nvCxnSpPr>
        <p:spPr>
          <a:xfrm>
            <a:off x="6537895" y="1274064"/>
            <a:ext cx="45341" cy="36725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D267885-8BC8-A374-8750-836E84817723}"/>
              </a:ext>
            </a:extLst>
          </p:cNvPr>
          <p:cNvSpPr/>
          <p:nvPr/>
        </p:nvSpPr>
        <p:spPr>
          <a:xfrm>
            <a:off x="6583236" y="1835150"/>
            <a:ext cx="102234" cy="125093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79610496-5228-5FD9-C25B-871EF9CEA62E}"/>
              </a:ext>
            </a:extLst>
          </p:cNvPr>
          <p:cNvCxnSpPr>
            <a:cxnSpLocks/>
          </p:cNvCxnSpPr>
          <p:nvPr/>
        </p:nvCxnSpPr>
        <p:spPr>
          <a:xfrm>
            <a:off x="6776276" y="2459355"/>
            <a:ext cx="247650" cy="0"/>
          </a:xfrm>
          <a:prstGeom prst="line">
            <a:avLst/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EF7AF4DE-58FC-0951-75EE-6EE588DA8CBA}"/>
              </a:ext>
            </a:extLst>
          </p:cNvPr>
          <p:cNvCxnSpPr>
            <a:cxnSpLocks/>
          </p:cNvCxnSpPr>
          <p:nvPr/>
        </p:nvCxnSpPr>
        <p:spPr>
          <a:xfrm flipV="1">
            <a:off x="3580292" y="2048256"/>
            <a:ext cx="3498937" cy="1240862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3D00D3F4-BD54-8332-9B02-D639E9CDA462}"/>
              </a:ext>
            </a:extLst>
          </p:cNvPr>
          <p:cNvSpPr txBox="1"/>
          <p:nvPr/>
        </p:nvSpPr>
        <p:spPr>
          <a:xfrm>
            <a:off x="6621338" y="1657351"/>
            <a:ext cx="66556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target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F93AE5B8-4C57-760D-771A-2725C7DC31FD}"/>
              </a:ext>
            </a:extLst>
          </p:cNvPr>
          <p:cNvSpPr txBox="1"/>
          <p:nvPr/>
        </p:nvSpPr>
        <p:spPr>
          <a:xfrm>
            <a:off x="6006815" y="1067180"/>
            <a:ext cx="10663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white sheet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24DC34DA-A528-1BA4-96C5-051CBA8BCE44}"/>
              </a:ext>
            </a:extLst>
          </p:cNvPr>
          <p:cNvSpPr txBox="1"/>
          <p:nvPr/>
        </p:nvSpPr>
        <p:spPr>
          <a:xfrm>
            <a:off x="6991394" y="2319189"/>
            <a:ext cx="82586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y_target</a:t>
            </a:r>
            <a:endParaRPr lang="en-US" sz="105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B32F6AA2-5675-87E8-4BEF-21CFE531B885}"/>
              </a:ext>
            </a:extLst>
          </p:cNvPr>
          <p:cNvSpPr txBox="1"/>
          <p:nvPr/>
        </p:nvSpPr>
        <p:spPr>
          <a:xfrm>
            <a:off x="5632158" y="2105829"/>
            <a:ext cx="7457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y_laser</a:t>
            </a:r>
            <a:endParaRPr lang="en-US" sz="105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789856AA-D5A7-3EA4-7650-7C7092F06C7A}"/>
              </a:ext>
            </a:extLst>
          </p:cNvPr>
          <p:cNvCxnSpPr>
            <a:cxnSpLocks/>
          </p:cNvCxnSpPr>
          <p:nvPr/>
        </p:nvCxnSpPr>
        <p:spPr>
          <a:xfrm flipV="1">
            <a:off x="3587742" y="2151104"/>
            <a:ext cx="0" cy="1370203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0BF55D94-9778-430A-8A71-DAB72BBB6B0D}"/>
              </a:ext>
            </a:extLst>
          </p:cNvPr>
          <p:cNvSpPr txBox="1"/>
          <p:nvPr/>
        </p:nvSpPr>
        <p:spPr>
          <a:xfrm>
            <a:off x="3364479" y="2024103"/>
            <a:ext cx="2648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15E94787-C5CB-313A-166D-AA4A0C3AC701}"/>
              </a:ext>
            </a:extLst>
          </p:cNvPr>
          <p:cNvSpPr txBox="1"/>
          <p:nvPr/>
        </p:nvSpPr>
        <p:spPr>
          <a:xfrm>
            <a:off x="6814414" y="3292286"/>
            <a:ext cx="2648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F3EB5547-A527-6EC0-2BE6-023607DC103A}"/>
              </a:ext>
            </a:extLst>
          </p:cNvPr>
          <p:cNvCxnSpPr>
            <a:cxnSpLocks/>
          </p:cNvCxnSpPr>
          <p:nvPr/>
        </p:nvCxnSpPr>
        <p:spPr>
          <a:xfrm>
            <a:off x="3580292" y="3767097"/>
            <a:ext cx="2957603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:a16="http://schemas.microsoft.com/office/drawing/2014/main" id="{C30B71E3-E20B-F7F9-8EF7-4996D72E2DDF}"/>
              </a:ext>
            </a:extLst>
          </p:cNvPr>
          <p:cNvSpPr txBox="1"/>
          <p:nvPr/>
        </p:nvSpPr>
        <p:spPr>
          <a:xfrm>
            <a:off x="4740723" y="3792076"/>
            <a:ext cx="9060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d = 300cm</a:t>
            </a:r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6F1B13CA-6916-6AC6-EAA5-C1732C063E29}"/>
              </a:ext>
            </a:extLst>
          </p:cNvPr>
          <p:cNvCxnSpPr>
            <a:cxnSpLocks/>
          </p:cNvCxnSpPr>
          <p:nvPr/>
        </p:nvCxnSpPr>
        <p:spPr>
          <a:xfrm flipH="1">
            <a:off x="6627686" y="2234881"/>
            <a:ext cx="145161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2E6FCEAE-D2A0-9B62-8F62-8885F5742BD1}"/>
              </a:ext>
            </a:extLst>
          </p:cNvPr>
          <p:cNvCxnSpPr>
            <a:cxnSpLocks/>
          </p:cNvCxnSpPr>
          <p:nvPr/>
        </p:nvCxnSpPr>
        <p:spPr>
          <a:xfrm flipH="1">
            <a:off x="7677341" y="2459355"/>
            <a:ext cx="401955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8072B29F-E7CD-28A9-7F3A-81351E67B708}"/>
              </a:ext>
            </a:extLst>
          </p:cNvPr>
          <p:cNvCxnSpPr>
            <a:cxnSpLocks/>
          </p:cNvCxnSpPr>
          <p:nvPr/>
        </p:nvCxnSpPr>
        <p:spPr>
          <a:xfrm>
            <a:off x="8157401" y="2207895"/>
            <a:ext cx="0" cy="27432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8" name="Bulle narrative : ronde 47">
            <a:extLst>
              <a:ext uri="{FF2B5EF4-FFF2-40B4-BE49-F238E27FC236}">
                <a16:creationId xmlns:a16="http://schemas.microsoft.com/office/drawing/2014/main" id="{9B468127-0086-F210-8330-C6BB7A3FB317}"/>
              </a:ext>
            </a:extLst>
          </p:cNvPr>
          <p:cNvSpPr/>
          <p:nvPr/>
        </p:nvSpPr>
        <p:spPr>
          <a:xfrm>
            <a:off x="8513564" y="2861100"/>
            <a:ext cx="1416051" cy="685102"/>
          </a:xfrm>
          <a:prstGeom prst="wedgeEllipseCallout">
            <a:avLst>
              <a:gd name="adj1" fmla="val -72808"/>
              <a:gd name="adj2" fmla="val -39500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3cm too high</a:t>
            </a:r>
            <a:endParaRPr lang="en-US" noProof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531829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1511</TotalTime>
  <Words>20</Words>
  <Application>Microsoft Office PowerPoint</Application>
  <PresentationFormat>Grand écran</PresentationFormat>
  <Paragraphs>9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Courier New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Philippe Baucour</dc:creator>
  <cp:lastModifiedBy>Philippe Baucour</cp:lastModifiedBy>
  <cp:revision>1</cp:revision>
  <dcterms:created xsi:type="dcterms:W3CDTF">2025-11-20T16:49:54Z</dcterms:created>
  <dcterms:modified xsi:type="dcterms:W3CDTF">2025-11-21T18:00:59Z</dcterms:modified>
</cp:coreProperties>
</file>