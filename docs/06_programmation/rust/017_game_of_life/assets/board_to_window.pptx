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D4C1"/>
    <a:srgbClr val="B6BEC6"/>
    <a:srgbClr val="04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8AB573-1408-4EFB-9391-90EED934CC0F}" v="14" dt="2025-11-05T16:15:56.2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89" autoAdjust="0"/>
    <p:restoredTop sz="94864" autoAdjust="0"/>
  </p:normalViewPr>
  <p:slideViewPr>
    <p:cSldViewPr snapToGrid="0">
      <p:cViewPr varScale="1">
        <p:scale>
          <a:sx n="125" d="100"/>
          <a:sy n="125" d="100"/>
        </p:scale>
        <p:origin x="9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pe Baucour" userId="5102170ae7533958" providerId="LiveId" clId="{C4634EC1-E8DC-4FAE-B843-C9AE3C4956A0}"/>
    <pc:docChg chg="undo custSel addSld delSld modSld">
      <pc:chgData name="Philippe Baucour" userId="5102170ae7533958" providerId="LiveId" clId="{C4634EC1-E8DC-4FAE-B843-C9AE3C4956A0}" dt="2025-11-05T16:37:03.615" v="536" actId="20577"/>
      <pc:docMkLst>
        <pc:docMk/>
      </pc:docMkLst>
      <pc:sldChg chg="modSp mod">
        <pc:chgData name="Philippe Baucour" userId="5102170ae7533958" providerId="LiveId" clId="{C4634EC1-E8DC-4FAE-B843-C9AE3C4956A0}" dt="2025-11-05T16:03:09.984" v="87" actId="790"/>
        <pc:sldMkLst>
          <pc:docMk/>
          <pc:sldMk cId="1221724935" sldId="257"/>
        </pc:sldMkLst>
        <pc:spChg chg="mod">
          <ac:chgData name="Philippe Baucour" userId="5102170ae7533958" providerId="LiveId" clId="{C4634EC1-E8DC-4FAE-B843-C9AE3C4956A0}" dt="2025-11-05T16:03:09.984" v="87" actId="790"/>
          <ac:spMkLst>
            <pc:docMk/>
            <pc:sldMk cId="1221724935" sldId="257"/>
            <ac:spMk id="2" creationId="{C684DEB1-89C6-D453-DFD3-C8CFB5513E21}"/>
          </ac:spMkLst>
        </pc:spChg>
        <pc:spChg chg="mod">
          <ac:chgData name="Philippe Baucour" userId="5102170ae7533958" providerId="LiveId" clId="{C4634EC1-E8DC-4FAE-B843-C9AE3C4956A0}" dt="2025-11-05T16:03:09.984" v="87" actId="790"/>
          <ac:spMkLst>
            <pc:docMk/>
            <pc:sldMk cId="1221724935" sldId="257"/>
            <ac:spMk id="16" creationId="{7FD78AE8-C81B-B964-39D2-03DA302AA79B}"/>
          </ac:spMkLst>
        </pc:spChg>
        <pc:spChg chg="mod">
          <ac:chgData name="Philippe Baucour" userId="5102170ae7533958" providerId="LiveId" clId="{C4634EC1-E8DC-4FAE-B843-C9AE3C4956A0}" dt="2025-11-05T16:03:09.984" v="87" actId="790"/>
          <ac:spMkLst>
            <pc:docMk/>
            <pc:sldMk cId="1221724935" sldId="257"/>
            <ac:spMk id="18" creationId="{C862F7FD-288D-AD16-341D-BF39DFF1F3A5}"/>
          </ac:spMkLst>
        </pc:spChg>
        <pc:spChg chg="mod">
          <ac:chgData name="Philippe Baucour" userId="5102170ae7533958" providerId="LiveId" clId="{C4634EC1-E8DC-4FAE-B843-C9AE3C4956A0}" dt="2025-11-05T16:03:09.984" v="87" actId="790"/>
          <ac:spMkLst>
            <pc:docMk/>
            <pc:sldMk cId="1221724935" sldId="257"/>
            <ac:spMk id="22" creationId="{C589DAB5-1FA2-56C7-9FE5-0B2A79D89FE9}"/>
          </ac:spMkLst>
        </pc:spChg>
        <pc:spChg chg="mod">
          <ac:chgData name="Philippe Baucour" userId="5102170ae7533958" providerId="LiveId" clId="{C4634EC1-E8DC-4FAE-B843-C9AE3C4956A0}" dt="2025-11-05T16:03:09.984" v="87" actId="790"/>
          <ac:spMkLst>
            <pc:docMk/>
            <pc:sldMk cId="1221724935" sldId="257"/>
            <ac:spMk id="25" creationId="{B6BB8C81-7702-0EF3-F188-29AA625DFC25}"/>
          </ac:spMkLst>
        </pc:spChg>
        <pc:spChg chg="mod">
          <ac:chgData name="Philippe Baucour" userId="5102170ae7533958" providerId="LiveId" clId="{C4634EC1-E8DC-4FAE-B843-C9AE3C4956A0}" dt="2025-11-05T16:03:09.984" v="87" actId="790"/>
          <ac:spMkLst>
            <pc:docMk/>
            <pc:sldMk cId="1221724935" sldId="257"/>
            <ac:spMk id="36" creationId="{21EA6491-9AB2-AE5F-6A3B-F7980FE3BDB9}"/>
          </ac:spMkLst>
        </pc:spChg>
        <pc:spChg chg="mod">
          <ac:chgData name="Philippe Baucour" userId="5102170ae7533958" providerId="LiveId" clId="{C4634EC1-E8DC-4FAE-B843-C9AE3C4956A0}" dt="2025-11-05T16:03:09.984" v="87" actId="790"/>
          <ac:spMkLst>
            <pc:docMk/>
            <pc:sldMk cId="1221724935" sldId="257"/>
            <ac:spMk id="39" creationId="{23A774CE-BA2F-527E-BB39-8A7ADA1A9609}"/>
          </ac:spMkLst>
        </pc:spChg>
        <pc:spChg chg="mod">
          <ac:chgData name="Philippe Baucour" userId="5102170ae7533958" providerId="LiveId" clId="{C4634EC1-E8DC-4FAE-B843-C9AE3C4956A0}" dt="2025-11-05T16:03:09.984" v="87" actId="790"/>
          <ac:spMkLst>
            <pc:docMk/>
            <pc:sldMk cId="1221724935" sldId="257"/>
            <ac:spMk id="57" creationId="{2184917D-E942-A8EA-DFB3-ABF212825016}"/>
          </ac:spMkLst>
        </pc:spChg>
        <pc:spChg chg="mod">
          <ac:chgData name="Philippe Baucour" userId="5102170ae7533958" providerId="LiveId" clId="{C4634EC1-E8DC-4FAE-B843-C9AE3C4956A0}" dt="2025-11-05T16:03:09.984" v="87" actId="790"/>
          <ac:spMkLst>
            <pc:docMk/>
            <pc:sldMk cId="1221724935" sldId="257"/>
            <ac:spMk id="58" creationId="{021D30DC-2B9F-5F6C-73BC-37B9435EEBE6}"/>
          </ac:spMkLst>
        </pc:spChg>
        <pc:spChg chg="mod">
          <ac:chgData name="Philippe Baucour" userId="5102170ae7533958" providerId="LiveId" clId="{C4634EC1-E8DC-4FAE-B843-C9AE3C4956A0}" dt="2025-11-05T16:03:09.984" v="87" actId="790"/>
          <ac:spMkLst>
            <pc:docMk/>
            <pc:sldMk cId="1221724935" sldId="257"/>
            <ac:spMk id="60" creationId="{4EA3F1E7-D342-6034-8DA7-DFC7E7B6B20F}"/>
          </ac:spMkLst>
        </pc:spChg>
      </pc:sldChg>
      <pc:sldChg chg="add del">
        <pc:chgData name="Philippe Baucour" userId="5102170ae7533958" providerId="LiveId" clId="{C4634EC1-E8DC-4FAE-B843-C9AE3C4956A0}" dt="2025-11-05T15:52:41.701" v="1" actId="47"/>
        <pc:sldMkLst>
          <pc:docMk/>
          <pc:sldMk cId="1403618297" sldId="258"/>
        </pc:sldMkLst>
      </pc:sldChg>
      <pc:sldChg chg="addSp delSp modSp new mod">
        <pc:chgData name="Philippe Baucour" userId="5102170ae7533958" providerId="LiveId" clId="{C4634EC1-E8DC-4FAE-B843-C9AE3C4956A0}" dt="2025-11-05T16:36:48.650" v="532" actId="20577"/>
        <pc:sldMkLst>
          <pc:docMk/>
          <pc:sldMk cId="2329041778" sldId="258"/>
        </pc:sldMkLst>
        <pc:spChg chg="add mod">
          <ac:chgData name="Philippe Baucour" userId="5102170ae7533958" providerId="LiveId" clId="{C4634EC1-E8DC-4FAE-B843-C9AE3C4956A0}" dt="2025-11-05T16:04:43.706" v="94" actId="12789"/>
          <ac:spMkLst>
            <pc:docMk/>
            <pc:sldMk cId="2329041778" sldId="258"/>
            <ac:spMk id="2" creationId="{A43239CD-EE31-5E4B-58D5-6329BB7A94A6}"/>
          </ac:spMkLst>
        </pc:spChg>
        <pc:spChg chg="add mod">
          <ac:chgData name="Philippe Baucour" userId="5102170ae7533958" providerId="LiveId" clId="{C4634EC1-E8DC-4FAE-B843-C9AE3C4956A0}" dt="2025-11-05T16:07:43.319" v="203" actId="1037"/>
          <ac:spMkLst>
            <pc:docMk/>
            <pc:sldMk cId="2329041778" sldId="258"/>
            <ac:spMk id="3" creationId="{E079A3ED-C9F5-AB68-F344-B80F6F76FD0B}"/>
          </ac:spMkLst>
        </pc:spChg>
        <pc:spChg chg="add mod">
          <ac:chgData name="Philippe Baucour" userId="5102170ae7533958" providerId="LiveId" clId="{C4634EC1-E8DC-4FAE-B843-C9AE3C4956A0}" dt="2025-11-05T16:07:27.760" v="177" actId="1038"/>
          <ac:spMkLst>
            <pc:docMk/>
            <pc:sldMk cId="2329041778" sldId="258"/>
            <ac:spMk id="4" creationId="{FFFC90CB-1640-364B-FCFF-E158E3E84926}"/>
          </ac:spMkLst>
        </pc:spChg>
        <pc:spChg chg="add del mod">
          <ac:chgData name="Philippe Baucour" userId="5102170ae7533958" providerId="LiveId" clId="{C4634EC1-E8DC-4FAE-B843-C9AE3C4956A0}" dt="2025-11-05T15:57:50.758" v="41" actId="478"/>
          <ac:spMkLst>
            <pc:docMk/>
            <pc:sldMk cId="2329041778" sldId="258"/>
            <ac:spMk id="5" creationId="{240187CC-82A1-CFCC-631D-2443B858E976}"/>
          </ac:spMkLst>
        </pc:spChg>
        <pc:spChg chg="add del mod">
          <ac:chgData name="Philippe Baucour" userId="5102170ae7533958" providerId="LiveId" clId="{C4634EC1-E8DC-4FAE-B843-C9AE3C4956A0}" dt="2025-11-05T16:01:28.797" v="53" actId="478"/>
          <ac:spMkLst>
            <pc:docMk/>
            <pc:sldMk cId="2329041778" sldId="258"/>
            <ac:spMk id="6" creationId="{EC1273E8-B4D6-7086-7BD7-EFB6C70F91E3}"/>
          </ac:spMkLst>
        </pc:spChg>
        <pc:spChg chg="add mod ord">
          <ac:chgData name="Philippe Baucour" userId="5102170ae7533958" providerId="LiveId" clId="{C4634EC1-E8DC-4FAE-B843-C9AE3C4956A0}" dt="2025-11-05T16:12:13.483" v="335" actId="207"/>
          <ac:spMkLst>
            <pc:docMk/>
            <pc:sldMk cId="2329041778" sldId="258"/>
            <ac:spMk id="7" creationId="{F10EDD39-C270-181D-3188-304B6D6967A8}"/>
          </ac:spMkLst>
        </pc:spChg>
        <pc:spChg chg="add mod">
          <ac:chgData name="Philippe Baucour" userId="5102170ae7533958" providerId="LiveId" clId="{C4634EC1-E8DC-4FAE-B843-C9AE3C4956A0}" dt="2025-11-05T16:20:13.299" v="522" actId="1036"/>
          <ac:spMkLst>
            <pc:docMk/>
            <pc:sldMk cId="2329041778" sldId="258"/>
            <ac:spMk id="8" creationId="{783498B8-6CB2-02C1-9251-B823C0EECBAB}"/>
          </ac:spMkLst>
        </pc:spChg>
        <pc:spChg chg="add mod ord">
          <ac:chgData name="Philippe Baucour" userId="5102170ae7533958" providerId="LiveId" clId="{C4634EC1-E8DC-4FAE-B843-C9AE3C4956A0}" dt="2025-11-05T16:12:32.322" v="338" actId="1076"/>
          <ac:spMkLst>
            <pc:docMk/>
            <pc:sldMk cId="2329041778" sldId="258"/>
            <ac:spMk id="9" creationId="{39F4017F-E7DF-E284-CD5A-42DC0F128AC1}"/>
          </ac:spMkLst>
        </pc:spChg>
        <pc:spChg chg="add mod">
          <ac:chgData name="Philippe Baucour" userId="5102170ae7533958" providerId="LiveId" clId="{C4634EC1-E8DC-4FAE-B843-C9AE3C4956A0}" dt="2025-11-05T16:08:51.333" v="225" actId="1076"/>
          <ac:spMkLst>
            <pc:docMk/>
            <pc:sldMk cId="2329041778" sldId="258"/>
            <ac:spMk id="10" creationId="{019F060F-5D99-6913-430C-3910586AEB96}"/>
          </ac:spMkLst>
        </pc:spChg>
        <pc:spChg chg="add mod">
          <ac:chgData name="Philippe Baucour" userId="5102170ae7533958" providerId="LiveId" clId="{C4634EC1-E8DC-4FAE-B843-C9AE3C4956A0}" dt="2025-11-05T16:36:48.650" v="532" actId="20577"/>
          <ac:spMkLst>
            <pc:docMk/>
            <pc:sldMk cId="2329041778" sldId="258"/>
            <ac:spMk id="11" creationId="{BD11D58B-F8E9-0F19-6649-F55820AA11FB}"/>
          </ac:spMkLst>
        </pc:spChg>
        <pc:cxnChg chg="add mod">
          <ac:chgData name="Philippe Baucour" userId="5102170ae7533958" providerId="LiveId" clId="{C4634EC1-E8DC-4FAE-B843-C9AE3C4956A0}" dt="2025-11-05T16:18:17.842" v="441" actId="1036"/>
          <ac:cxnSpMkLst>
            <pc:docMk/>
            <pc:sldMk cId="2329041778" sldId="258"/>
            <ac:cxnSpMk id="13" creationId="{9D8D5295-BDCC-CCB5-D27D-DAA5C380022D}"/>
          </ac:cxnSpMkLst>
        </pc:cxnChg>
        <pc:cxnChg chg="add mod ord">
          <ac:chgData name="Philippe Baucour" userId="5102170ae7533958" providerId="LiveId" clId="{C4634EC1-E8DC-4FAE-B843-C9AE3C4956A0}" dt="2025-11-05T16:18:05.797" v="429" actId="1036"/>
          <ac:cxnSpMkLst>
            <pc:docMk/>
            <pc:sldMk cId="2329041778" sldId="258"/>
            <ac:cxnSpMk id="15" creationId="{04692B4D-3B8A-3163-2CF4-F4A11E53F149}"/>
          </ac:cxnSpMkLst>
        </pc:cxnChg>
      </pc:sldChg>
      <pc:sldChg chg="add del">
        <pc:chgData name="Philippe Baucour" userId="5102170ae7533958" providerId="LiveId" clId="{C4634EC1-E8DC-4FAE-B843-C9AE3C4956A0}" dt="2025-11-05T16:05:31.807" v="150" actId="47"/>
        <pc:sldMkLst>
          <pc:docMk/>
          <pc:sldMk cId="1485512819" sldId="259"/>
        </pc:sldMkLst>
      </pc:sldChg>
      <pc:sldChg chg="modSp add mod">
        <pc:chgData name="Philippe Baucour" userId="5102170ae7533958" providerId="LiveId" clId="{C4634EC1-E8DC-4FAE-B843-C9AE3C4956A0}" dt="2025-11-05T16:37:03.615" v="536" actId="20577"/>
        <pc:sldMkLst>
          <pc:docMk/>
          <pc:sldMk cId="2516291044" sldId="259"/>
        </pc:sldMkLst>
        <pc:spChg chg="mod">
          <ac:chgData name="Philippe Baucour" userId="5102170ae7533958" providerId="LiveId" clId="{C4634EC1-E8DC-4FAE-B843-C9AE3C4956A0}" dt="2025-11-05T16:14:21.657" v="357" actId="1076"/>
          <ac:spMkLst>
            <pc:docMk/>
            <pc:sldMk cId="2516291044" sldId="259"/>
            <ac:spMk id="2" creationId="{74F17B36-05BF-6E0B-A830-024B033FFC23}"/>
          </ac:spMkLst>
        </pc:spChg>
        <pc:spChg chg="mod">
          <ac:chgData name="Philippe Baucour" userId="5102170ae7533958" providerId="LiveId" clId="{C4634EC1-E8DC-4FAE-B843-C9AE3C4956A0}" dt="2025-11-05T16:14:33.150" v="358" actId="1076"/>
          <ac:spMkLst>
            <pc:docMk/>
            <pc:sldMk cId="2516291044" sldId="259"/>
            <ac:spMk id="7" creationId="{D7F9A33D-9455-6CCD-79CA-DE57FFE23EB5}"/>
          </ac:spMkLst>
        </pc:spChg>
        <pc:spChg chg="mod ord">
          <ac:chgData name="Philippe Baucour" userId="5102170ae7533958" providerId="LiveId" clId="{C4634EC1-E8DC-4FAE-B843-C9AE3C4956A0}" dt="2025-11-05T16:19:55.034" v="520" actId="1036"/>
          <ac:spMkLst>
            <pc:docMk/>
            <pc:sldMk cId="2516291044" sldId="259"/>
            <ac:spMk id="8" creationId="{6073EC83-CF5B-76A6-DCC9-53CF376EBE1B}"/>
          </ac:spMkLst>
        </pc:spChg>
        <pc:spChg chg="mod">
          <ac:chgData name="Philippe Baucour" userId="5102170ae7533958" providerId="LiveId" clId="{C4634EC1-E8DC-4FAE-B843-C9AE3C4956A0}" dt="2025-11-05T16:15:20.041" v="374" actId="1076"/>
          <ac:spMkLst>
            <pc:docMk/>
            <pc:sldMk cId="2516291044" sldId="259"/>
            <ac:spMk id="9" creationId="{FD610269-C4E0-9205-4FD7-B47460FCD81C}"/>
          </ac:spMkLst>
        </pc:spChg>
        <pc:spChg chg="mod">
          <ac:chgData name="Philippe Baucour" userId="5102170ae7533958" providerId="LiveId" clId="{C4634EC1-E8DC-4FAE-B843-C9AE3C4956A0}" dt="2025-11-05T16:15:41.096" v="380" actId="1037"/>
          <ac:spMkLst>
            <pc:docMk/>
            <pc:sldMk cId="2516291044" sldId="259"/>
            <ac:spMk id="10" creationId="{FF994ABE-0B3F-2085-BF83-105EF6341A5E}"/>
          </ac:spMkLst>
        </pc:spChg>
        <pc:spChg chg="mod">
          <ac:chgData name="Philippe Baucour" userId="5102170ae7533958" providerId="LiveId" clId="{C4634EC1-E8DC-4FAE-B843-C9AE3C4956A0}" dt="2025-11-05T16:37:03.615" v="536" actId="20577"/>
          <ac:spMkLst>
            <pc:docMk/>
            <pc:sldMk cId="2516291044" sldId="259"/>
            <ac:spMk id="11" creationId="{4BA392FC-0EF6-2415-88DF-561D00AAB046}"/>
          </ac:spMkLst>
        </pc:spChg>
        <pc:cxnChg chg="mod">
          <ac:chgData name="Philippe Baucour" userId="5102170ae7533958" providerId="LiveId" clId="{C4634EC1-E8DC-4FAE-B843-C9AE3C4956A0}" dt="2025-11-05T16:18:42.407" v="461" actId="1036"/>
          <ac:cxnSpMkLst>
            <pc:docMk/>
            <pc:sldMk cId="2516291044" sldId="259"/>
            <ac:cxnSpMk id="13" creationId="{4A32DD16-99C5-5F49-BB0B-316EE58A5CF3}"/>
          </ac:cxnSpMkLst>
        </pc:cxnChg>
        <pc:cxnChg chg="mod">
          <ac:chgData name="Philippe Baucour" userId="5102170ae7533958" providerId="LiveId" clId="{C4634EC1-E8DC-4FAE-B843-C9AE3C4956A0}" dt="2025-11-05T16:18:48.809" v="471" actId="1036"/>
          <ac:cxnSpMkLst>
            <pc:docMk/>
            <pc:sldMk cId="2516291044" sldId="259"/>
            <ac:cxnSpMk id="15" creationId="{3A9F2C6C-58D9-18F5-6F3A-F44FFFB11FD9}"/>
          </ac:cxnSpMkLst>
        </pc:cxnChg>
      </pc:sldChg>
      <pc:sldChg chg="modSp add mod">
        <pc:chgData name="Philippe Baucour" userId="5102170ae7533958" providerId="LiveId" clId="{C4634EC1-E8DC-4FAE-B843-C9AE3C4956A0}" dt="2025-11-05T16:36:57.052" v="534" actId="20577"/>
        <pc:sldMkLst>
          <pc:docMk/>
          <pc:sldMk cId="485306928" sldId="260"/>
        </pc:sldMkLst>
        <pc:spChg chg="mod">
          <ac:chgData name="Philippe Baucour" userId="5102170ae7533958" providerId="LiveId" clId="{C4634EC1-E8DC-4FAE-B843-C9AE3C4956A0}" dt="2025-11-05T16:16:52.134" v="387" actId="1076"/>
          <ac:spMkLst>
            <pc:docMk/>
            <pc:sldMk cId="485306928" sldId="260"/>
            <ac:spMk id="7" creationId="{79A6AE6E-F397-67B7-7C3D-791F7FAF0E75}"/>
          </ac:spMkLst>
        </pc:spChg>
        <pc:spChg chg="mod">
          <ac:chgData name="Philippe Baucour" userId="5102170ae7533958" providerId="LiveId" clId="{C4634EC1-E8DC-4FAE-B843-C9AE3C4956A0}" dt="2025-11-05T16:20:07.049" v="521" actId="1038"/>
          <ac:spMkLst>
            <pc:docMk/>
            <pc:sldMk cId="485306928" sldId="260"/>
            <ac:spMk id="8" creationId="{2C1D31DB-2519-4D9C-325C-59B568F2B238}"/>
          </ac:spMkLst>
        </pc:spChg>
        <pc:spChg chg="mod">
          <ac:chgData name="Philippe Baucour" userId="5102170ae7533958" providerId="LiveId" clId="{C4634EC1-E8DC-4FAE-B843-C9AE3C4956A0}" dt="2025-11-05T16:17:47.650" v="409" actId="1038"/>
          <ac:spMkLst>
            <pc:docMk/>
            <pc:sldMk cId="485306928" sldId="260"/>
            <ac:spMk id="9" creationId="{3B5F2628-AEE0-15A9-8325-CE27083CC68E}"/>
          </ac:spMkLst>
        </pc:spChg>
        <pc:spChg chg="mod ord">
          <ac:chgData name="Philippe Baucour" userId="5102170ae7533958" providerId="LiveId" clId="{C4634EC1-E8DC-4FAE-B843-C9AE3C4956A0}" dt="2025-11-05T16:17:41.873" v="398" actId="1076"/>
          <ac:spMkLst>
            <pc:docMk/>
            <pc:sldMk cId="485306928" sldId="260"/>
            <ac:spMk id="10" creationId="{B71E1896-0792-C915-2364-FDBD5BAF8C63}"/>
          </ac:spMkLst>
        </pc:spChg>
        <pc:spChg chg="mod">
          <ac:chgData name="Philippe Baucour" userId="5102170ae7533958" providerId="LiveId" clId="{C4634EC1-E8DC-4FAE-B843-C9AE3C4956A0}" dt="2025-11-05T16:36:57.052" v="534" actId="20577"/>
          <ac:spMkLst>
            <pc:docMk/>
            <pc:sldMk cId="485306928" sldId="260"/>
            <ac:spMk id="11" creationId="{D989CEC1-3167-5168-47D4-AF6849FB504F}"/>
          </ac:spMkLst>
        </pc:spChg>
        <pc:cxnChg chg="mod">
          <ac:chgData name="Philippe Baucour" userId="5102170ae7533958" providerId="LiveId" clId="{C4634EC1-E8DC-4FAE-B843-C9AE3C4956A0}" dt="2025-11-05T16:18:27.127" v="451" actId="1036"/>
          <ac:cxnSpMkLst>
            <pc:docMk/>
            <pc:sldMk cId="485306928" sldId="260"/>
            <ac:cxnSpMk id="13" creationId="{31CEAED3-AB73-342E-6D69-A992883B7ADC}"/>
          </ac:cxnSpMkLst>
        </pc:cxnChg>
        <pc:cxnChg chg="mod">
          <ac:chgData name="Philippe Baucour" userId="5102170ae7533958" providerId="LiveId" clId="{C4634EC1-E8DC-4FAE-B843-C9AE3C4956A0}" dt="2025-11-05T16:17:55.047" v="419" actId="1036"/>
          <ac:cxnSpMkLst>
            <pc:docMk/>
            <pc:sldMk cId="485306928" sldId="260"/>
            <ac:cxnSpMk id="15" creationId="{6386BD15-D1A5-5B15-0B2A-D3EFE040EED7}"/>
          </ac:cxnSpMkLst>
        </pc:cxnChg>
      </pc:sldChg>
      <pc:sldChg chg="add del">
        <pc:chgData name="Philippe Baucour" userId="5102170ae7533958" providerId="LiveId" clId="{C4634EC1-E8DC-4FAE-B843-C9AE3C4956A0}" dt="2025-11-05T16:05:33.330" v="151" actId="47"/>
        <pc:sldMkLst>
          <pc:docMk/>
          <pc:sldMk cId="4265507074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2D271-28A8-44F8-8BC2-2FA17260218E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D3972-2DA7-4B5A-A827-7029B433A6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6264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D3972-2DA7-4B5A-A827-7029B433A6F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5863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CB2090-45C7-8CF1-7A75-7008445D5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6DDF97-6195-6046-506C-0C7F89F02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CAAF64-3781-E2AA-493E-C29D23B2B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F93147-EA4B-AE9B-1753-80F50E6ED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4AC503-75EB-35FB-A1A3-D4259633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545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B6DC52-BFCF-BAE8-46C7-DC962E899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9362-AABD-C02A-B50C-8D2AEE084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18B3F2-1EED-66A3-39DB-6C4A9C4C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D4A698-6C4A-2918-E522-FE675BBB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B03BEA-CF72-B26D-3504-A98062F3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4359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69A815-316D-58DE-8E61-E7418D54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9BA7B5-6D08-E2DA-745A-D6831F339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CA9B3B-54A5-58AA-A077-823BDD19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3EE8EF-B7BC-9194-5CD1-E3C0C117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660478-F098-12FA-61C6-0B721C2F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30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07A785-B4A6-96BF-57F0-0A677496A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17F6EB-C5CA-ECE9-CFA2-3D799BA77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62F46E6-F7C5-CFA9-8C5A-029FE7D5C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917141C-7CE9-364E-A118-32D92431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BE6D6A-0233-2A38-22DE-0322AB87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D01411-3E8A-9569-BF3D-0E642CFED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006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7F631D-969C-DE8D-74CF-B44A121F5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AA3A506-201C-D440-9AAD-F44589488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0C7F84C-11A0-5050-DE80-F691CB887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8E1CA17-8650-CFD4-44C0-8846E3F88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CDF805D-8893-214A-EAB4-1DDC605B83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21185F9-6FCF-6F2C-B3B1-0E913F23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52AEBC2-DC2B-9607-4D9F-601D0A4D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8A2382F-9D23-464E-CF94-2577AE46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967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354672-F5BA-3258-C4D6-DABA98E68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18DD40E-4ED3-4FD3-1989-2ACB7731A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FDCB3BA-385B-DAEF-A000-3ECAFC5ED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D6A6877-F680-2F56-9109-6AB50907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3497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9385DED-D5D8-0114-82A3-43991B18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15C5EB9-5871-3118-6485-C286D09AF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2619F3-A460-0D5F-0CDE-76A69C8B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090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66D3EF-B214-C6BA-E155-CF68218F3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1E9EEB-2A02-CE0D-0878-7CF06DA72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A89A9E-290C-AE51-B7C2-7E9E0652A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51AFB6-5728-4418-DA24-6852F8A62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B39108-8CEE-2BA4-9223-DBAC2868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8AFB55-6694-0CBE-0C73-D62CAEF3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664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626251-F3F0-17C8-1330-01C982A35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D87D369-0B05-4080-83C6-3ADDD457A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58B8B2-ECD2-4B78-2197-845A2BFE7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BCD0380-52F5-7802-6ECF-DA4102DAD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89C29D-26BC-B0FE-B09A-4E10717D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9D4918D-E91F-01B5-B066-E6FCA900E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483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078D0D-DA2F-A54A-F0DB-5BD8FEB3A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3654CE9-853A-0D31-1F7B-F7D4BE759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2E19FE-BD2A-8746-6CCD-11F01121D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ABBDDB-299D-08F6-9021-21F1C32F0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8C7BB2-1203-A328-F652-4A5C6996D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38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B8C93CD-2ABE-18C5-4A75-1B44159BE4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3D21635-E933-5356-506E-DFDBBBE91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BAE901-33CB-95AF-5295-07ACF578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5F036D-6678-BE1D-5F41-56DA3448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E8DBFE-8087-5AAF-755B-E9AB6765B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0467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7ACE920-F7F7-F1FD-29F6-0FB77556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4A1AF3-565D-72DB-4E69-821238441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1FE10A-2A03-7A39-2931-8B508C7FA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209835-F240-4872-8D8C-77DA8BB9CB6D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2E4DE7-94EA-371C-6686-BA651013A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AA8E4D-830B-53F7-B74B-F61523C78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07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D9EF6-E552-4EE2-7799-B074C6CE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E3F0F5B1-5087-A2DD-DE66-A4CBA2E09E08}"/>
              </a:ext>
            </a:extLst>
          </p:cNvPr>
          <p:cNvCxnSpPr>
            <a:cxnSpLocks/>
          </p:cNvCxnSpPr>
          <p:nvPr/>
        </p:nvCxnSpPr>
        <p:spPr>
          <a:xfrm flipH="1">
            <a:off x="1786940" y="2867235"/>
            <a:ext cx="1723277" cy="370088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74D8EA66-46D7-0A1F-E375-889E7C33F572}"/>
              </a:ext>
            </a:extLst>
          </p:cNvPr>
          <p:cNvSpPr/>
          <p:nvPr/>
        </p:nvSpPr>
        <p:spPr>
          <a:xfrm rot="16200000" flipV="1">
            <a:off x="4735841" y="1911542"/>
            <a:ext cx="3759200" cy="3412910"/>
          </a:xfrm>
          <a:prstGeom prst="parallelogram">
            <a:avLst>
              <a:gd name="adj" fmla="val 21443"/>
            </a:avLst>
          </a:prstGeom>
          <a:solidFill>
            <a:schemeClr val="accent5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AB5E19F4-D631-34B8-0B74-4026EBB12B1F}"/>
              </a:ext>
            </a:extLst>
          </p:cNvPr>
          <p:cNvSpPr/>
          <p:nvPr/>
        </p:nvSpPr>
        <p:spPr>
          <a:xfrm rot="16200000" flipV="1">
            <a:off x="5681989" y="2629092"/>
            <a:ext cx="3759200" cy="3412910"/>
          </a:xfrm>
          <a:prstGeom prst="parallelogram">
            <a:avLst>
              <a:gd name="adj" fmla="val 21443"/>
            </a:avLst>
          </a:prstGeom>
          <a:solidFill>
            <a:schemeClr val="accent6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arallélogramme 10">
            <a:extLst>
              <a:ext uri="{FF2B5EF4-FFF2-40B4-BE49-F238E27FC236}">
                <a16:creationId xmlns:a16="http://schemas.microsoft.com/office/drawing/2014/main" id="{0A3EEC10-B910-4C32-5225-EB18827D3708}"/>
              </a:ext>
            </a:extLst>
          </p:cNvPr>
          <p:cNvSpPr/>
          <p:nvPr/>
        </p:nvSpPr>
        <p:spPr>
          <a:xfrm rot="16200000" flipV="1">
            <a:off x="3449764" y="1063792"/>
            <a:ext cx="1879200" cy="1706400"/>
          </a:xfrm>
          <a:prstGeom prst="parallelogram">
            <a:avLst>
              <a:gd name="adj" fmla="val 21443"/>
            </a:avLst>
          </a:prstGeom>
          <a:solidFill>
            <a:schemeClr val="accent2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Parallélogramme 24">
            <a:extLst>
              <a:ext uri="{FF2B5EF4-FFF2-40B4-BE49-F238E27FC236}">
                <a16:creationId xmlns:a16="http://schemas.microsoft.com/office/drawing/2014/main" id="{B6BB8C81-7702-0EF3-F188-29AA625DFC25}"/>
              </a:ext>
            </a:extLst>
          </p:cNvPr>
          <p:cNvSpPr/>
          <p:nvPr/>
        </p:nvSpPr>
        <p:spPr>
          <a:xfrm rot="16200000" flipV="1">
            <a:off x="2539176" y="366378"/>
            <a:ext cx="1879200" cy="1706400"/>
          </a:xfrm>
          <a:prstGeom prst="parallelogram">
            <a:avLst>
              <a:gd name="adj" fmla="val 21443"/>
            </a:avLst>
          </a:prstGeom>
          <a:solidFill>
            <a:schemeClr val="tx2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60C57E74-4C18-7EF5-7FD0-843EB7C88804}"/>
              </a:ext>
            </a:extLst>
          </p:cNvPr>
          <p:cNvSpPr txBox="1"/>
          <p:nvPr/>
        </p:nvSpPr>
        <p:spPr>
          <a:xfrm>
            <a:off x="2987699" y="17980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400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1B0E0202-789B-0A96-266C-D1F5F4822619}"/>
              </a:ext>
            </a:extLst>
          </p:cNvPr>
          <p:cNvSpPr txBox="1"/>
          <p:nvPr/>
        </p:nvSpPr>
        <p:spPr>
          <a:xfrm>
            <a:off x="2000365" y="118691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048FAC69-AEDC-807B-CEF0-DD97311D62B6}"/>
              </a:ext>
            </a:extLst>
          </p:cNvPr>
          <p:cNvSpPr txBox="1"/>
          <p:nvPr/>
        </p:nvSpPr>
        <p:spPr>
          <a:xfrm>
            <a:off x="2851790" y="231138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4501FDC3-0BA6-21BD-B709-D5FE7AD66A66}"/>
              </a:ext>
            </a:extLst>
          </p:cNvPr>
          <p:cNvSpPr txBox="1"/>
          <p:nvPr/>
        </p:nvSpPr>
        <p:spPr>
          <a:xfrm>
            <a:off x="4251929" y="813551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400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1EA6491-9AB2-AE5F-6A3B-F7980FE3BDB9}"/>
              </a:ext>
            </a:extLst>
          </p:cNvPr>
          <p:cNvSpPr txBox="1"/>
          <p:nvPr/>
        </p:nvSpPr>
        <p:spPr>
          <a:xfrm>
            <a:off x="5852016" y="450200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600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7FD9D3F-DC9B-CF79-D80E-7CE265BB6BA2}"/>
              </a:ext>
            </a:extLst>
          </p:cNvPr>
          <p:cNvSpPr txBox="1"/>
          <p:nvPr/>
        </p:nvSpPr>
        <p:spPr>
          <a:xfrm>
            <a:off x="7356525" y="285659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800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E875AECB-E347-60DB-BA2E-FDCE56077E19}"/>
              </a:ext>
            </a:extLst>
          </p:cNvPr>
          <p:cNvSpPr txBox="1"/>
          <p:nvPr/>
        </p:nvSpPr>
        <p:spPr>
          <a:xfrm>
            <a:off x="4866505" y="341515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600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3A774CE-BA2F-527E-BB39-8A7ADA1A9609}"/>
              </a:ext>
            </a:extLst>
          </p:cNvPr>
          <p:cNvSpPr txBox="1"/>
          <p:nvPr/>
        </p:nvSpPr>
        <p:spPr>
          <a:xfrm>
            <a:off x="6122600" y="217132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800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293C77C2-C828-7A6B-96D2-990B10AF078A}"/>
              </a:ext>
            </a:extLst>
          </p:cNvPr>
          <p:cNvSpPr txBox="1"/>
          <p:nvPr/>
        </p:nvSpPr>
        <p:spPr>
          <a:xfrm>
            <a:off x="1244508" y="5822340"/>
            <a:ext cx="42435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surface = </a:t>
            </a:r>
            <a:r>
              <a:rPr lang="en-US" sz="105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SurfaceTexture</a:t>
            </a:r>
            <a:r>
              <a:rPr lang="en-US" sz="105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::new(</a:t>
            </a:r>
            <a:r>
              <a:rPr lang="en-US" sz="105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win_w</a:t>
            </a:r>
            <a:r>
              <a:rPr lang="en-US" sz="105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5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win_h</a:t>
            </a:r>
            <a:r>
              <a:rPr lang="en-US" sz="105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window)</a:t>
            </a:r>
          </a:p>
        </p:txBody>
      </p: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43FA6D80-2441-10A6-F190-6C047DB685D1}"/>
              </a:ext>
            </a:extLst>
          </p:cNvPr>
          <p:cNvCxnSpPr>
            <a:cxnSpLocks/>
          </p:cNvCxnSpPr>
          <p:nvPr/>
        </p:nvCxnSpPr>
        <p:spPr>
          <a:xfrm flipH="1" flipV="1">
            <a:off x="4947608" y="5537421"/>
            <a:ext cx="830654" cy="64239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48CC0D98-5FF0-A715-BEDE-C5510FA65F42}"/>
              </a:ext>
            </a:extLst>
          </p:cNvPr>
          <p:cNvCxnSpPr>
            <a:cxnSpLocks/>
          </p:cNvCxnSpPr>
          <p:nvPr/>
        </p:nvCxnSpPr>
        <p:spPr>
          <a:xfrm flipH="1" flipV="1">
            <a:off x="1832600" y="3259284"/>
            <a:ext cx="2919768" cy="225804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C684DEB1-89C6-D453-DFD3-C8CFB5513E21}"/>
              </a:ext>
            </a:extLst>
          </p:cNvPr>
          <p:cNvSpPr txBox="1"/>
          <p:nvPr/>
        </p:nvSpPr>
        <p:spPr>
          <a:xfrm>
            <a:off x="4394252" y="182158"/>
            <a:ext cx="21925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frame = 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pixels.</a:t>
            </a:r>
            <a:r>
              <a:rPr lang="en-US" sz="10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frame_mut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25BA6FBC-E254-12BF-88C1-8B2D96629BEF}"/>
              </a:ext>
            </a:extLst>
          </p:cNvPr>
          <p:cNvCxnSpPr>
            <a:cxnSpLocks/>
          </p:cNvCxnSpPr>
          <p:nvPr/>
        </p:nvCxnSpPr>
        <p:spPr>
          <a:xfrm>
            <a:off x="4383756" y="328121"/>
            <a:ext cx="777026" cy="60092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70706A59-E8E3-6E1B-31CD-D0F0C87E93F6}"/>
              </a:ext>
            </a:extLst>
          </p:cNvPr>
          <p:cNvCxnSpPr>
            <a:cxnSpLocks/>
          </p:cNvCxnSpPr>
          <p:nvPr/>
        </p:nvCxnSpPr>
        <p:spPr>
          <a:xfrm>
            <a:off x="5516924" y="960117"/>
            <a:ext cx="1327373" cy="102654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7FD78AE8-C81B-B964-39D2-03DA302AA79B}"/>
              </a:ext>
            </a:extLst>
          </p:cNvPr>
          <p:cNvSpPr txBox="1"/>
          <p:nvPr/>
        </p:nvSpPr>
        <p:spPr>
          <a:xfrm>
            <a:off x="5881842" y="1056598"/>
            <a:ext cx="1327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pixels.</a:t>
            </a:r>
            <a:r>
              <a:rPr lang="en-US" sz="10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render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3C7EAB2-FF80-7A51-B52B-A90C4B9D8080}"/>
              </a:ext>
            </a:extLst>
          </p:cNvPr>
          <p:cNvSpPr txBox="1"/>
          <p:nvPr/>
        </p:nvSpPr>
        <p:spPr>
          <a:xfrm rot="20888054">
            <a:off x="8134719" y="2582432"/>
            <a:ext cx="1187040" cy="461309"/>
          </a:xfrm>
          <a:prstGeom prst="parallelogram">
            <a:avLst>
              <a:gd name="adj" fmla="val 21682"/>
            </a:avLst>
          </a:prstGeom>
          <a:solidFill>
            <a:srgbClr val="042433"/>
          </a:solidFill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en-US" b="1" noProof="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759929E-27D1-FA81-CD92-A694C6ADBF34}"/>
              </a:ext>
            </a:extLst>
          </p:cNvPr>
          <p:cNvSpPr txBox="1"/>
          <p:nvPr/>
        </p:nvSpPr>
        <p:spPr>
          <a:xfrm rot="20888054">
            <a:off x="7036633" y="1882421"/>
            <a:ext cx="1338788" cy="451163"/>
          </a:xfrm>
          <a:prstGeom prst="parallelogram">
            <a:avLst>
              <a:gd name="adj" fmla="val 21682"/>
            </a:avLst>
          </a:prstGeom>
          <a:solidFill>
            <a:srgbClr val="042433"/>
          </a:solidFill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en-US" b="1" noProof="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texture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928AED1-AF70-E958-A476-F269C8E6FA48}"/>
              </a:ext>
            </a:extLst>
          </p:cNvPr>
          <p:cNvSpPr txBox="1"/>
          <p:nvPr/>
        </p:nvSpPr>
        <p:spPr>
          <a:xfrm rot="20888054">
            <a:off x="4125326" y="1102185"/>
            <a:ext cx="1169634" cy="454545"/>
          </a:xfrm>
          <a:prstGeom prst="parallelogram">
            <a:avLst>
              <a:gd name="adj" fmla="val 21682"/>
            </a:avLst>
          </a:prstGeom>
          <a:solidFill>
            <a:srgbClr val="042433"/>
          </a:solidFill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en-US" b="1" noProof="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Pixels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93D376C-A406-C911-BDA5-1F885B6196BE}"/>
              </a:ext>
            </a:extLst>
          </p:cNvPr>
          <p:cNvSpPr txBox="1"/>
          <p:nvPr/>
        </p:nvSpPr>
        <p:spPr>
          <a:xfrm rot="20888054">
            <a:off x="3374174" y="388918"/>
            <a:ext cx="1012553" cy="464691"/>
          </a:xfrm>
          <a:prstGeom prst="parallelogram">
            <a:avLst>
              <a:gd name="adj" fmla="val 21682"/>
            </a:avLst>
          </a:prstGeom>
          <a:solidFill>
            <a:srgbClr val="042433"/>
          </a:solidFill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en-US" b="1" noProof="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Board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589DAB5-1FA2-56C7-9FE5-0B2A79D89FE9}"/>
              </a:ext>
            </a:extLst>
          </p:cNvPr>
          <p:cNvSpPr txBox="1"/>
          <p:nvPr/>
        </p:nvSpPr>
        <p:spPr>
          <a:xfrm rot="20888054">
            <a:off x="3518552" y="2255303"/>
            <a:ext cx="847473" cy="474837"/>
          </a:xfrm>
          <a:prstGeom prst="parallelogram">
            <a:avLst>
              <a:gd name="adj" fmla="val 21682"/>
            </a:avLst>
          </a:prstGeom>
          <a:noFill/>
          <a:ln w="12700">
            <a:solidFill>
              <a:schemeClr val="accent2"/>
            </a:solidFill>
          </a:ln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en-US" b="1" noProof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RGBA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C467900-8994-5820-C2E1-3DFD2BC1D6F1}"/>
              </a:ext>
            </a:extLst>
          </p:cNvPr>
          <p:cNvSpPr txBox="1"/>
          <p:nvPr/>
        </p:nvSpPr>
        <p:spPr>
          <a:xfrm rot="20888054">
            <a:off x="2614072" y="1554453"/>
            <a:ext cx="847473" cy="474837"/>
          </a:xfrm>
          <a:prstGeom prst="parallelogram">
            <a:avLst>
              <a:gd name="adj" fmla="val 21682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en-US" b="1" noProof="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F772236A-D324-F013-6DDA-E540091A607D}"/>
              </a:ext>
            </a:extLst>
          </p:cNvPr>
          <p:cNvSpPr txBox="1"/>
          <p:nvPr/>
        </p:nvSpPr>
        <p:spPr>
          <a:xfrm>
            <a:off x="1042495" y="4364353"/>
            <a:ext cx="39783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pixels = </a:t>
            </a:r>
            <a:r>
              <a:rPr lang="en-US" sz="1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Pixels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::new(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buffer_w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buffer_h</a:t>
            </a:r>
            <a:r>
              <a:rPr lang="en-US" sz="1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surface)</a:t>
            </a:r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5A5097C3-BD07-2A86-2D91-64FD57372436}"/>
              </a:ext>
            </a:extLst>
          </p:cNvPr>
          <p:cNvCxnSpPr>
            <a:cxnSpLocks/>
          </p:cNvCxnSpPr>
          <p:nvPr/>
        </p:nvCxnSpPr>
        <p:spPr>
          <a:xfrm flipH="1">
            <a:off x="5257798" y="914442"/>
            <a:ext cx="268143" cy="57586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Parallélogramme 52">
            <a:extLst>
              <a:ext uri="{FF2B5EF4-FFF2-40B4-BE49-F238E27FC236}">
                <a16:creationId xmlns:a16="http://schemas.microsoft.com/office/drawing/2014/main" id="{94D1D34B-D23B-BC24-6CA9-B6BDC8DCDAA0}"/>
              </a:ext>
            </a:extLst>
          </p:cNvPr>
          <p:cNvSpPr/>
          <p:nvPr/>
        </p:nvSpPr>
        <p:spPr>
          <a:xfrm rot="16200000" flipV="1">
            <a:off x="5296534" y="2220593"/>
            <a:ext cx="6471920" cy="5485132"/>
          </a:xfrm>
          <a:prstGeom prst="parallelogram">
            <a:avLst>
              <a:gd name="adj" fmla="val 2114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FF607C2C-A7EA-6D3F-3C5D-0AE9497C16AD}"/>
              </a:ext>
            </a:extLst>
          </p:cNvPr>
          <p:cNvSpPr txBox="1"/>
          <p:nvPr/>
        </p:nvSpPr>
        <p:spPr>
          <a:xfrm rot="20888054">
            <a:off x="10158549" y="1854059"/>
            <a:ext cx="1169634" cy="454545"/>
          </a:xfrm>
          <a:prstGeom prst="parallelogram">
            <a:avLst>
              <a:gd name="adj" fmla="val 21682"/>
            </a:avLst>
          </a:prstGeom>
          <a:solidFill>
            <a:srgbClr val="042433"/>
          </a:solidFill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en-US" b="1" noProof="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screen</a:t>
            </a:r>
          </a:p>
        </p:txBody>
      </p:sp>
      <p:sp>
        <p:nvSpPr>
          <p:cNvPr id="58" name="Parallélogramme 57">
            <a:extLst>
              <a:ext uri="{FF2B5EF4-FFF2-40B4-BE49-F238E27FC236}">
                <a16:creationId xmlns:a16="http://schemas.microsoft.com/office/drawing/2014/main" id="{021D30DC-2B9F-5F6C-73BC-37B9435EEBE6}"/>
              </a:ext>
            </a:extLst>
          </p:cNvPr>
          <p:cNvSpPr/>
          <p:nvPr/>
        </p:nvSpPr>
        <p:spPr>
          <a:xfrm rot="16200000" flipV="1">
            <a:off x="9639573" y="2997628"/>
            <a:ext cx="1443722" cy="1429028"/>
          </a:xfrm>
          <a:prstGeom prst="parallelogram">
            <a:avLst>
              <a:gd name="adj" fmla="val 21443"/>
            </a:avLst>
          </a:prstGeom>
          <a:solidFill>
            <a:srgbClr val="FFC0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7" name="Parallélogramme 56">
            <a:extLst>
              <a:ext uri="{FF2B5EF4-FFF2-40B4-BE49-F238E27FC236}">
                <a16:creationId xmlns:a16="http://schemas.microsoft.com/office/drawing/2014/main" id="{2184917D-E942-A8EA-DFB3-ABF212825016}"/>
              </a:ext>
            </a:extLst>
          </p:cNvPr>
          <p:cNvSpPr/>
          <p:nvPr/>
        </p:nvSpPr>
        <p:spPr>
          <a:xfrm rot="16200000" flipV="1">
            <a:off x="9315403" y="4765520"/>
            <a:ext cx="2092061" cy="1429028"/>
          </a:xfrm>
          <a:prstGeom prst="parallelogram">
            <a:avLst>
              <a:gd name="adj" fmla="val 21443"/>
            </a:avLst>
          </a:prstGeom>
          <a:solidFill>
            <a:srgbClr val="FFFF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C152248E-6F2A-80B6-F47C-36B1C69F3CCF}"/>
              </a:ext>
            </a:extLst>
          </p:cNvPr>
          <p:cNvSpPr txBox="1"/>
          <p:nvPr/>
        </p:nvSpPr>
        <p:spPr>
          <a:xfrm rot="20888054">
            <a:off x="9885463" y="3507378"/>
            <a:ext cx="1012553" cy="464691"/>
          </a:xfrm>
          <a:prstGeom prst="parallelogram">
            <a:avLst>
              <a:gd name="adj" fmla="val 21682"/>
            </a:avLst>
          </a:prstGeom>
          <a:noFill/>
          <a:ln w="12700">
            <a:noFill/>
          </a:ln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en-US" b="1" noProof="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 1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4EA3F1E7-D342-6034-8DA7-DFC7E7B6B20F}"/>
              </a:ext>
            </a:extLst>
          </p:cNvPr>
          <p:cNvSpPr txBox="1"/>
          <p:nvPr/>
        </p:nvSpPr>
        <p:spPr>
          <a:xfrm rot="20888054">
            <a:off x="9871755" y="5249034"/>
            <a:ext cx="1012553" cy="464691"/>
          </a:xfrm>
          <a:prstGeom prst="parallelogram">
            <a:avLst>
              <a:gd name="adj" fmla="val 21682"/>
            </a:avLst>
          </a:prstGeom>
          <a:noFill/>
          <a:ln w="12700">
            <a:noFill/>
          </a:ln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en-US" b="1" noProof="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 2</a:t>
            </a:r>
          </a:p>
        </p:txBody>
      </p: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37CB68CF-7631-E091-F06A-187CE78136CD}"/>
              </a:ext>
            </a:extLst>
          </p:cNvPr>
          <p:cNvCxnSpPr>
            <a:cxnSpLocks/>
          </p:cNvCxnSpPr>
          <p:nvPr/>
        </p:nvCxnSpPr>
        <p:spPr>
          <a:xfrm flipH="1">
            <a:off x="4717853" y="5496347"/>
            <a:ext cx="180850" cy="3883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F333D2CD-A9B4-7183-BFA9-58C5ABDC6677}"/>
              </a:ext>
            </a:extLst>
          </p:cNvPr>
          <p:cNvSpPr txBox="1"/>
          <p:nvPr/>
        </p:nvSpPr>
        <p:spPr>
          <a:xfrm>
            <a:off x="6779782" y="75145"/>
            <a:ext cx="925254" cy="584775"/>
          </a:xfrm>
          <a:prstGeom prst="rect">
            <a:avLst/>
          </a:prstGeom>
          <a:solidFill>
            <a:srgbClr val="FFC000"/>
          </a:solidFill>
          <a:scene3d>
            <a:camera prst="isometricOffAxis1Right">
              <a:rot lat="1560000" lon="20039998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pPr algn="ctr"/>
            <a:r>
              <a:rPr lang="en-US" sz="32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CPU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862F7FD-288D-AD16-341D-BF39DFF1F3A5}"/>
              </a:ext>
            </a:extLst>
          </p:cNvPr>
          <p:cNvSpPr txBox="1"/>
          <p:nvPr/>
        </p:nvSpPr>
        <p:spPr>
          <a:xfrm>
            <a:off x="8681778" y="1545415"/>
            <a:ext cx="925254" cy="584775"/>
          </a:xfrm>
          <a:prstGeom prst="rect">
            <a:avLst/>
          </a:prstGeom>
          <a:solidFill>
            <a:srgbClr val="92D050"/>
          </a:solidFill>
          <a:scene3d>
            <a:camera prst="isometricOffAxis1Right">
              <a:rot lat="1560000" lon="20039998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pPr algn="ctr"/>
            <a:r>
              <a:rPr lang="en-US" sz="32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GPU</a:t>
            </a:r>
          </a:p>
        </p:txBody>
      </p:sp>
      <p:pic>
        <p:nvPicPr>
          <p:cNvPr id="7" name="Graphique 6" descr="Badge 4 avec un remplissage uni">
            <a:extLst>
              <a:ext uri="{FF2B5EF4-FFF2-40B4-BE49-F238E27FC236}">
                <a16:creationId xmlns:a16="http://schemas.microsoft.com/office/drawing/2014/main" id="{C35805A0-5DF0-0EF9-5309-A6E7C5F66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528" y="1271101"/>
            <a:ext cx="360000" cy="360000"/>
          </a:xfrm>
          <a:prstGeom prst="rect">
            <a:avLst/>
          </a:prstGeom>
        </p:spPr>
      </p:pic>
      <p:pic>
        <p:nvPicPr>
          <p:cNvPr id="9" name="Graphique 8" descr="Badge 3 avec un remplissage uni">
            <a:extLst>
              <a:ext uri="{FF2B5EF4-FFF2-40B4-BE49-F238E27FC236}">
                <a16:creationId xmlns:a16="http://schemas.microsoft.com/office/drawing/2014/main" id="{D4F1F809-4AFA-A531-853E-18584D6F5C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6938" y="397401"/>
            <a:ext cx="360000" cy="360000"/>
          </a:xfrm>
          <a:prstGeom prst="rect">
            <a:avLst/>
          </a:prstGeom>
        </p:spPr>
      </p:pic>
      <p:pic>
        <p:nvPicPr>
          <p:cNvPr id="12" name="Graphique 11" descr="Badge avec un remplissage uni">
            <a:extLst>
              <a:ext uri="{FF2B5EF4-FFF2-40B4-BE49-F238E27FC236}">
                <a16:creationId xmlns:a16="http://schemas.microsoft.com/office/drawing/2014/main" id="{B9DB782B-C251-B5EA-E689-C25A4A3DB6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70031" y="4632535"/>
            <a:ext cx="360000" cy="360000"/>
          </a:xfrm>
          <a:prstGeom prst="rect">
            <a:avLst/>
          </a:prstGeom>
        </p:spPr>
      </p:pic>
      <p:pic>
        <p:nvPicPr>
          <p:cNvPr id="24" name="Graphique 23" descr="Badge 1 avec un remplissage uni">
            <a:extLst>
              <a:ext uri="{FF2B5EF4-FFF2-40B4-BE49-F238E27FC236}">
                <a16:creationId xmlns:a16="http://schemas.microsoft.com/office/drawing/2014/main" id="{62296065-831C-D4CD-0F1F-75DF2D75F6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97798" y="6040999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24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3239CD-EE31-5E4B-58D5-6329BB7A94A6}"/>
              </a:ext>
            </a:extLst>
          </p:cNvPr>
          <p:cNvSpPr/>
          <p:nvPr/>
        </p:nvSpPr>
        <p:spPr>
          <a:xfrm>
            <a:off x="1871472" y="567374"/>
            <a:ext cx="8640000" cy="5400000"/>
          </a:xfrm>
          <a:prstGeom prst="rect">
            <a:avLst/>
          </a:prstGeom>
          <a:solidFill>
            <a:srgbClr val="B6BEC6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079A3ED-C9F5-AB68-F344-B80F6F76FD0B}"/>
              </a:ext>
            </a:extLst>
          </p:cNvPr>
          <p:cNvSpPr txBox="1"/>
          <p:nvPr/>
        </p:nvSpPr>
        <p:spPr>
          <a:xfrm>
            <a:off x="1894332" y="590234"/>
            <a:ext cx="742511" cy="276999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(0, 0)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FFC90CB-1640-364B-FCFF-E158E3E84926}"/>
              </a:ext>
            </a:extLst>
          </p:cNvPr>
          <p:cNvSpPr txBox="1"/>
          <p:nvPr/>
        </p:nvSpPr>
        <p:spPr>
          <a:xfrm>
            <a:off x="9283770" y="5670055"/>
            <a:ext cx="1207382" cy="276999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(1280, 800)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83498B8-6CB2-02C1-9251-B823C0EECBAB}"/>
              </a:ext>
            </a:extLst>
          </p:cNvPr>
          <p:cNvSpPr txBox="1"/>
          <p:nvPr/>
        </p:nvSpPr>
        <p:spPr>
          <a:xfrm>
            <a:off x="5101725" y="2310166"/>
            <a:ext cx="1579278" cy="27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Viewport Camera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19F060F-5D99-6913-430C-3910586AEB96}"/>
              </a:ext>
            </a:extLst>
          </p:cNvPr>
          <p:cNvSpPr txBox="1"/>
          <p:nvPr/>
        </p:nvSpPr>
        <p:spPr>
          <a:xfrm rot="5400000">
            <a:off x="7232484" y="3128875"/>
            <a:ext cx="463588" cy="276999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</a:t>
            </a:r>
            <a:endParaRPr lang="en-US" sz="1200" b="1" noProof="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D11D58B-F8E9-0F19-6649-F55820AA11FB}"/>
              </a:ext>
            </a:extLst>
          </p:cNvPr>
          <p:cNvSpPr txBox="1"/>
          <p:nvPr/>
        </p:nvSpPr>
        <p:spPr>
          <a:xfrm>
            <a:off x="9841347" y="585157"/>
            <a:ext cx="649537" cy="27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Boar</a:t>
            </a:r>
            <a:r>
              <a:rPr lang="en-US" sz="1200" b="1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D8D5295-BDCC-CCB5-D27D-DAA5C380022D}"/>
              </a:ext>
            </a:extLst>
          </p:cNvPr>
          <p:cNvCxnSpPr>
            <a:cxnSpLocks/>
          </p:cNvCxnSpPr>
          <p:nvPr/>
        </p:nvCxnSpPr>
        <p:spPr>
          <a:xfrm>
            <a:off x="6937035" y="1703832"/>
            <a:ext cx="0" cy="3705977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04692B4D-3B8A-3163-2CF4-F4A11E53F149}"/>
              </a:ext>
            </a:extLst>
          </p:cNvPr>
          <p:cNvCxnSpPr>
            <a:cxnSpLocks/>
          </p:cNvCxnSpPr>
          <p:nvPr/>
        </p:nvCxnSpPr>
        <p:spPr>
          <a:xfrm>
            <a:off x="4458028" y="3721979"/>
            <a:ext cx="3322107" cy="0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10EDD39-C270-181D-3188-304B6D6967A8}"/>
              </a:ext>
            </a:extLst>
          </p:cNvPr>
          <p:cNvSpPr/>
          <p:nvPr/>
        </p:nvSpPr>
        <p:spPr>
          <a:xfrm>
            <a:off x="5111472" y="2592374"/>
            <a:ext cx="2160000" cy="1350000"/>
          </a:xfrm>
          <a:prstGeom prst="rect">
            <a:avLst/>
          </a:prstGeom>
          <a:solidFill>
            <a:schemeClr val="accent2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9F4017F-E7DF-E284-CD5A-42DC0F128AC1}"/>
              </a:ext>
            </a:extLst>
          </p:cNvPr>
          <p:cNvSpPr txBox="1"/>
          <p:nvPr/>
        </p:nvSpPr>
        <p:spPr>
          <a:xfrm>
            <a:off x="5914931" y="2649733"/>
            <a:ext cx="463588" cy="276999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320</a:t>
            </a:r>
            <a:endParaRPr lang="en-US" sz="1200" b="1" noProof="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041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D2C36-320F-80EF-0DE5-6C21598C5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4A6F70-E708-9343-1C76-E3E2A5E0C277}"/>
              </a:ext>
            </a:extLst>
          </p:cNvPr>
          <p:cNvSpPr/>
          <p:nvPr/>
        </p:nvSpPr>
        <p:spPr>
          <a:xfrm>
            <a:off x="1871472" y="567374"/>
            <a:ext cx="8640000" cy="5400000"/>
          </a:xfrm>
          <a:prstGeom prst="rect">
            <a:avLst/>
          </a:prstGeom>
          <a:solidFill>
            <a:srgbClr val="B6BEC6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3C7C9E1-9A8F-76B0-20ED-E158B9672BC4}"/>
              </a:ext>
            </a:extLst>
          </p:cNvPr>
          <p:cNvSpPr txBox="1"/>
          <p:nvPr/>
        </p:nvSpPr>
        <p:spPr>
          <a:xfrm>
            <a:off x="1894332" y="590234"/>
            <a:ext cx="742511" cy="276999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(0, 0)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C1A6AA-9B00-FC68-F1B7-50451DCCDECA}"/>
              </a:ext>
            </a:extLst>
          </p:cNvPr>
          <p:cNvSpPr txBox="1"/>
          <p:nvPr/>
        </p:nvSpPr>
        <p:spPr>
          <a:xfrm>
            <a:off x="9283770" y="5670055"/>
            <a:ext cx="1207382" cy="276999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(1280, 800)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C1D31DB-2519-4D9C-325C-59B568F2B238}"/>
              </a:ext>
            </a:extLst>
          </p:cNvPr>
          <p:cNvSpPr txBox="1"/>
          <p:nvPr/>
        </p:nvSpPr>
        <p:spPr>
          <a:xfrm>
            <a:off x="5164167" y="2644149"/>
            <a:ext cx="1579278" cy="27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Viewport Camera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989CEC1-3167-5168-47D4-AF6849FB504F}"/>
              </a:ext>
            </a:extLst>
          </p:cNvPr>
          <p:cNvSpPr txBox="1"/>
          <p:nvPr/>
        </p:nvSpPr>
        <p:spPr>
          <a:xfrm>
            <a:off x="9841347" y="585157"/>
            <a:ext cx="649537" cy="27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Board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31CEAED3-AB73-342E-6D69-A992883B7ADC}"/>
              </a:ext>
            </a:extLst>
          </p:cNvPr>
          <p:cNvCxnSpPr>
            <a:cxnSpLocks/>
          </p:cNvCxnSpPr>
          <p:nvPr/>
        </p:nvCxnSpPr>
        <p:spPr>
          <a:xfrm>
            <a:off x="6937035" y="1703832"/>
            <a:ext cx="0" cy="3705977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6386BD15-D1A5-5B15-0B2A-D3EFE040EED7}"/>
              </a:ext>
            </a:extLst>
          </p:cNvPr>
          <p:cNvCxnSpPr>
            <a:cxnSpLocks/>
          </p:cNvCxnSpPr>
          <p:nvPr/>
        </p:nvCxnSpPr>
        <p:spPr>
          <a:xfrm>
            <a:off x="4458028" y="3721979"/>
            <a:ext cx="3322107" cy="0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9A6AE6E-F397-67B7-7C3D-791F7FAF0E75}"/>
              </a:ext>
            </a:extLst>
          </p:cNvPr>
          <p:cNvSpPr/>
          <p:nvPr/>
        </p:nvSpPr>
        <p:spPr>
          <a:xfrm>
            <a:off x="5651472" y="2928974"/>
            <a:ext cx="1080000" cy="676800"/>
          </a:xfrm>
          <a:prstGeom prst="rect">
            <a:avLst/>
          </a:prstGeom>
          <a:solidFill>
            <a:schemeClr val="accent2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B5F2628-AEE0-15A9-8325-CE27083CC68E}"/>
              </a:ext>
            </a:extLst>
          </p:cNvPr>
          <p:cNvSpPr txBox="1"/>
          <p:nvPr/>
        </p:nvSpPr>
        <p:spPr>
          <a:xfrm>
            <a:off x="5931708" y="2966868"/>
            <a:ext cx="463588" cy="276999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160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71E1896-0792-C915-2364-FDBD5BAF8C63}"/>
              </a:ext>
            </a:extLst>
          </p:cNvPr>
          <p:cNvSpPr txBox="1"/>
          <p:nvPr/>
        </p:nvSpPr>
        <p:spPr>
          <a:xfrm rot="5400000">
            <a:off x="6705240" y="3128875"/>
            <a:ext cx="463588" cy="276999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</a:t>
            </a:r>
            <a:endParaRPr lang="en-US" sz="1200" b="1" noProof="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306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38484-AAC4-F4DE-AB20-6F7B7823B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F17B36-05BF-6E0B-A830-024B033FFC23}"/>
              </a:ext>
            </a:extLst>
          </p:cNvPr>
          <p:cNvSpPr/>
          <p:nvPr/>
        </p:nvSpPr>
        <p:spPr>
          <a:xfrm>
            <a:off x="1871472" y="567374"/>
            <a:ext cx="8640000" cy="5400000"/>
          </a:xfrm>
          <a:prstGeom prst="rect">
            <a:avLst/>
          </a:prstGeom>
          <a:solidFill>
            <a:srgbClr val="B6BEC6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1BDCCBE-8EAB-7DFB-15E0-1770DF4E9F75}"/>
              </a:ext>
            </a:extLst>
          </p:cNvPr>
          <p:cNvSpPr txBox="1"/>
          <p:nvPr/>
        </p:nvSpPr>
        <p:spPr>
          <a:xfrm>
            <a:off x="1894332" y="590234"/>
            <a:ext cx="742511" cy="276999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(0, 0)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29EE28-C089-E7B0-3328-EDEE3E62B0FB}"/>
              </a:ext>
            </a:extLst>
          </p:cNvPr>
          <p:cNvSpPr txBox="1"/>
          <p:nvPr/>
        </p:nvSpPr>
        <p:spPr>
          <a:xfrm>
            <a:off x="9283770" y="5670055"/>
            <a:ext cx="1207382" cy="276999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(1280, 800)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F994ABE-0B3F-2085-BF83-105EF6341A5E}"/>
              </a:ext>
            </a:extLst>
          </p:cNvPr>
          <p:cNvSpPr txBox="1"/>
          <p:nvPr/>
        </p:nvSpPr>
        <p:spPr>
          <a:xfrm rot="5400000">
            <a:off x="8323479" y="3342121"/>
            <a:ext cx="463588" cy="276999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400</a:t>
            </a:r>
            <a:endParaRPr lang="en-US" sz="1200" b="1" noProof="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BA392FC-0EF6-2415-88DF-561D00AAB046}"/>
              </a:ext>
            </a:extLst>
          </p:cNvPr>
          <p:cNvSpPr txBox="1"/>
          <p:nvPr/>
        </p:nvSpPr>
        <p:spPr>
          <a:xfrm>
            <a:off x="9841347" y="585157"/>
            <a:ext cx="649537" cy="27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Board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A32DD16-99C5-5F49-BB0B-316EE58A5CF3}"/>
              </a:ext>
            </a:extLst>
          </p:cNvPr>
          <p:cNvCxnSpPr>
            <a:cxnSpLocks/>
          </p:cNvCxnSpPr>
          <p:nvPr/>
        </p:nvCxnSpPr>
        <p:spPr>
          <a:xfrm>
            <a:off x="6937035" y="1688592"/>
            <a:ext cx="0" cy="3705977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3A9F2C6C-58D9-18F5-6F3A-F44FFFB11FD9}"/>
              </a:ext>
            </a:extLst>
          </p:cNvPr>
          <p:cNvCxnSpPr>
            <a:cxnSpLocks/>
          </p:cNvCxnSpPr>
          <p:nvPr/>
        </p:nvCxnSpPr>
        <p:spPr>
          <a:xfrm>
            <a:off x="4458028" y="3706739"/>
            <a:ext cx="3322107" cy="0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7F9A33D-9455-6CCD-79CA-DE57FFE23EB5}"/>
              </a:ext>
            </a:extLst>
          </p:cNvPr>
          <p:cNvSpPr/>
          <p:nvPr/>
        </p:nvSpPr>
        <p:spPr>
          <a:xfrm>
            <a:off x="4031472" y="2130620"/>
            <a:ext cx="4320000" cy="2700000"/>
          </a:xfrm>
          <a:prstGeom prst="rect">
            <a:avLst/>
          </a:prstGeom>
          <a:solidFill>
            <a:schemeClr val="accent2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D610269-C4E0-9205-4FD7-B47460FCD81C}"/>
              </a:ext>
            </a:extLst>
          </p:cNvPr>
          <p:cNvSpPr txBox="1"/>
          <p:nvPr/>
        </p:nvSpPr>
        <p:spPr>
          <a:xfrm>
            <a:off x="5959678" y="2183940"/>
            <a:ext cx="463588" cy="276999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640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073EC83-CF5B-76A6-DCC9-53CF376EBE1B}"/>
              </a:ext>
            </a:extLst>
          </p:cNvPr>
          <p:cNvSpPr txBox="1"/>
          <p:nvPr/>
        </p:nvSpPr>
        <p:spPr>
          <a:xfrm>
            <a:off x="4021947" y="1849593"/>
            <a:ext cx="1579278" cy="27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b="1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Viewport Camera</a:t>
            </a:r>
          </a:p>
        </p:txBody>
      </p:sp>
    </p:spTree>
    <p:extLst>
      <p:ext uri="{BB962C8B-B14F-4D97-AF65-F5344CB8AC3E}">
        <p14:creationId xmlns:p14="http://schemas.microsoft.com/office/powerpoint/2010/main" val="25162910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1575</TotalTime>
  <Words>111</Words>
  <Application>Microsoft Office PowerPoint</Application>
  <PresentationFormat>Grand écran</PresentationFormat>
  <Paragraphs>42</Paragraphs>
  <Slides>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Courier New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Philippe Baucour</dc:creator>
  <cp:lastModifiedBy>Philippe Baucour</cp:lastModifiedBy>
  <cp:revision>7</cp:revision>
  <dcterms:created xsi:type="dcterms:W3CDTF">2025-10-11T13:41:45Z</dcterms:created>
  <dcterms:modified xsi:type="dcterms:W3CDTF">2025-11-05T16:37:15Z</dcterms:modified>
</cp:coreProperties>
</file>