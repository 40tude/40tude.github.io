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96DE7-FB94-49CC-9E55-A48CA7C768AB}" v="1" dt="2026-01-24T14:27:40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9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aucour" userId="5102170ae7533958" providerId="LiveId" clId="{C4634EC1-E8DC-4FAE-B843-C9AE3C4956A0}"/>
    <pc:docChg chg="undo custSel modSld">
      <pc:chgData name="Philippe Baucour" userId="5102170ae7533958" providerId="LiveId" clId="{C4634EC1-E8DC-4FAE-B843-C9AE3C4956A0}" dt="2026-01-24T15:00:25.612" v="198" actId="20577"/>
      <pc:docMkLst>
        <pc:docMk/>
      </pc:docMkLst>
      <pc:sldChg chg="addSp modSp mod">
        <pc:chgData name="Philippe Baucour" userId="5102170ae7533958" providerId="LiveId" clId="{C4634EC1-E8DC-4FAE-B843-C9AE3C4956A0}" dt="2026-01-24T15:00:25.612" v="198" actId="20577"/>
        <pc:sldMkLst>
          <pc:docMk/>
          <pc:sldMk cId="76246807" sldId="256"/>
        </pc:sldMkLst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4" creationId="{36013FB9-A0BB-4AE5-A4CA-D5473969004E}"/>
          </ac:spMkLst>
        </pc:spChg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5" creationId="{3E546893-5343-3EF0-B08D-24282B1ADC3B}"/>
          </ac:spMkLst>
        </pc:spChg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6" creationId="{EC1502B6-AE21-341F-37B5-1BF925A0C33D}"/>
          </ac:spMkLst>
        </pc:spChg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7" creationId="{5B64AB93-10B0-FCEF-A9DF-455DC8A968A5}"/>
          </ac:spMkLst>
        </pc:spChg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8" creationId="{FC7A2B29-9FC4-191C-3CC3-92B8EC9DD4A3}"/>
          </ac:spMkLst>
        </pc:spChg>
        <pc:spChg chg="mod">
          <ac:chgData name="Philippe Baucour" userId="5102170ae7533958" providerId="LiveId" clId="{C4634EC1-E8DC-4FAE-B843-C9AE3C4956A0}" dt="2026-01-24T14:37:16.364" v="161" actId="6549"/>
          <ac:spMkLst>
            <pc:docMk/>
            <pc:sldMk cId="76246807" sldId="256"/>
            <ac:spMk id="10" creationId="{96FDD51A-7CBD-7ED8-50BA-DE850463844B}"/>
          </ac:spMkLst>
        </pc:spChg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11" creationId="{6D399A61-9C21-14B3-1410-4D796C17C29A}"/>
          </ac:spMkLst>
        </pc:spChg>
        <pc:spChg chg="mod">
          <ac:chgData name="Philippe Baucour" userId="5102170ae7533958" providerId="LiveId" clId="{C4634EC1-E8DC-4FAE-B843-C9AE3C4956A0}" dt="2026-01-24T14:36:52.260" v="148" actId="1038"/>
          <ac:spMkLst>
            <pc:docMk/>
            <pc:sldMk cId="76246807" sldId="256"/>
            <ac:spMk id="23" creationId="{966847D2-3BC5-3E60-CD56-AB3E1DD14F7F}"/>
          </ac:spMkLst>
        </pc:spChg>
        <pc:spChg chg="mod">
          <ac:chgData name="Philippe Baucour" userId="5102170ae7533958" providerId="LiveId" clId="{C4634EC1-E8DC-4FAE-B843-C9AE3C4956A0}" dt="2026-01-24T15:00:25.612" v="198" actId="20577"/>
          <ac:spMkLst>
            <pc:docMk/>
            <pc:sldMk cId="76246807" sldId="256"/>
            <ac:spMk id="34" creationId="{8DB2804F-C8B1-C2B0-FDD2-D97C336FDC6F}"/>
          </ac:spMkLst>
        </pc:spChg>
        <pc:spChg chg="add mod">
          <ac:chgData name="Philippe Baucour" userId="5102170ae7533958" providerId="LiveId" clId="{C4634EC1-E8DC-4FAE-B843-C9AE3C4956A0}" dt="2026-01-24T15:00:21.471" v="197" actId="20577"/>
          <ac:spMkLst>
            <pc:docMk/>
            <pc:sldMk cId="76246807" sldId="256"/>
            <ac:spMk id="35" creationId="{7D089FB3-EFB6-CA2F-D490-32E3C2176BC7}"/>
          </ac:spMkLst>
        </pc:spChg>
        <pc:cxnChg chg="mod">
          <ac:chgData name="Philippe Baucour" userId="5102170ae7533958" providerId="LiveId" clId="{C4634EC1-E8DC-4FAE-B843-C9AE3C4956A0}" dt="2026-01-24T14:55:20.809" v="192" actId="14100"/>
          <ac:cxnSpMkLst>
            <pc:docMk/>
            <pc:sldMk cId="76246807" sldId="256"/>
            <ac:cxnSpMk id="14" creationId="{A4982EEC-0707-0F58-8497-D512D93620DF}"/>
          </ac:cxnSpMkLst>
        </pc:cxnChg>
        <pc:cxnChg chg="mod">
          <ac:chgData name="Philippe Baucour" userId="5102170ae7533958" providerId="LiveId" clId="{C4634EC1-E8DC-4FAE-B843-C9AE3C4956A0}" dt="2026-01-24T14:55:25.874" v="193" actId="14100"/>
          <ac:cxnSpMkLst>
            <pc:docMk/>
            <pc:sldMk cId="76246807" sldId="256"/>
            <ac:cxnSpMk id="17" creationId="{83F63DBA-1259-E5F7-800A-1E18F918C97A}"/>
          </ac:cxnSpMkLst>
        </pc:cxnChg>
        <pc:cxnChg chg="mod">
          <ac:chgData name="Philippe Baucour" userId="5102170ae7533958" providerId="LiveId" clId="{C4634EC1-E8DC-4FAE-B843-C9AE3C4956A0}" dt="2026-01-24T14:55:41.463" v="195" actId="14100"/>
          <ac:cxnSpMkLst>
            <pc:docMk/>
            <pc:sldMk cId="76246807" sldId="256"/>
            <ac:cxnSpMk id="28" creationId="{4B073585-BAB8-CDE3-927B-7EE9FD502324}"/>
          </ac:cxnSpMkLst>
        </pc:cxnChg>
        <pc:cxnChg chg="mod">
          <ac:chgData name="Philippe Baucour" userId="5102170ae7533958" providerId="LiveId" clId="{C4634EC1-E8DC-4FAE-B843-C9AE3C4956A0}" dt="2026-01-24T14:55:34.968" v="194" actId="14100"/>
          <ac:cxnSpMkLst>
            <pc:docMk/>
            <pc:sldMk cId="76246807" sldId="256"/>
            <ac:cxnSpMk id="31" creationId="{30F66E4A-FD57-7FF2-4F06-F92615D4F7B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6C0957-64EE-E4DC-5104-B18E09F41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7866FA-4FBC-306E-7545-5982D6B19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B5B3E7-8144-0C0D-B12B-BE6C2975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4C15A3-0F38-F58A-68A8-2461721B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E65FC0-0E95-CDE7-BFB3-87EEFA24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742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C461A-FAC4-C9BC-A27B-C00DFF24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17A05C-EAEA-6A8D-298C-B8AF9FCAF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5EF038-1194-D7C9-36F2-5181D082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CD6967-9FF4-A483-A063-F3258D1E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2045B-5ADD-BE57-9951-35243DDB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32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75CF28-DB15-E85A-F1A3-FA0BFE54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F3EE86-8924-F8EC-9094-CB55482F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D5C9CC-BDBE-BAE0-B58E-E012BCEE4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27C4AE-651A-D79E-A9CB-003A14E7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33B0D-8229-4FD6-3386-E1FD6D36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59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71BF4-9CBE-0783-3B6F-6E08B498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33977C-CB08-3CAA-6C32-ABAD35BAB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EAE577-F282-1DE6-66A6-C522B2E16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A84321-9B15-4ABA-2DCB-172676F2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CDE9F9-E5BA-54E9-7DED-9F55162B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121BC6-B9E3-041A-0DBF-B439AB71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7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86FF5-93ED-72B7-BC74-E74880B9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4F50CB-0C64-5584-0501-7EB7320E2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841A1E1-47BF-930C-A0D5-872252655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C6DAA1-7F04-5E0B-7121-873E0D1B3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BA17FBC-8972-A732-E43D-45A48F8B7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62BDD52-157F-9856-0C69-B8FFD8B7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7A8336-92B5-3114-1DDC-554E9F0E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D2702B-67F2-D957-7D4C-51011A1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26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83809-5E16-928F-3E6B-20D321EB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9D006D2-BF58-55D1-7986-856F0ED8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859463-AE03-806C-B8FC-22395359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0AA9B9-9401-66F8-8232-84CF19C6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87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A2641C-FBD5-1B9A-1954-5D3005EE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B07D0E-92AC-4E8C-A5A3-5A865703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249BB1-21E1-BA3C-1D9B-FF1DE5D5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22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2C536D-FDE9-937E-3AC5-1B2A48D1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5D4500-57D6-B789-E35C-3F9269034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1B6980F-B5A5-B8D0-213E-85BC8A183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F62EA1-F137-6733-35DB-D439ED46A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3EE8AA-66F8-33EE-74C4-4FEF4658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72C90B-6A40-4D77-B81C-237FA850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65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4E5E18-D082-CA39-7289-602B480F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CAD5A1-E52F-3222-3CCC-C1C132EA9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73AC9A-54CC-EC45-9243-82DF618B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17F573-20E9-1C96-F91C-C3ED7D83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4BC53E-C932-4DCD-B6F6-E3786360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C0F112-D924-A7F6-7CA7-33C060F2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36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0FC59-3369-A57E-5018-6E02881D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D0D751-F02E-07A0-E4C5-B5D67A29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471452-2ABB-033E-84C3-F8880282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48AECA-7C3A-7C93-8A2B-1BF922D0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CBDDBD-5AF5-047C-CDC0-9E5B46AC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0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4156F0-C4B9-B597-DA0F-0CC1354C2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6FEE26-4736-4BB9-777E-A7726B7FE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2BCF1A-E6EC-F0FB-6A6F-C8DD319F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4CCBD8-0135-A51E-06BC-888CED000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82C54C-C633-A4E9-467B-E024E9A7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73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DE9A7A-AB73-AE37-752C-87C9A857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D35202-C98B-ED7F-2986-2B2F87EB6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02280F-D201-B785-C72D-A9D946EDF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AE80F-F2A0-46C5-A538-16E80E747067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770CBC-39ED-5F3B-B286-D05287908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0AF103-8586-ED5C-0870-77D1AAC0F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8F60E-B60C-49FE-B3CE-149FFF8DE1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19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013FB9-A0BB-4AE5-A4CA-D5473969004E}"/>
              </a:ext>
            </a:extLst>
          </p:cNvPr>
          <p:cNvSpPr/>
          <p:nvPr/>
        </p:nvSpPr>
        <p:spPr>
          <a:xfrm>
            <a:off x="1003300" y="2711450"/>
            <a:ext cx="13462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domain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46893-5343-3EF0-B08D-24282B1ADC3B}"/>
              </a:ext>
            </a:extLst>
          </p:cNvPr>
          <p:cNvSpPr/>
          <p:nvPr/>
        </p:nvSpPr>
        <p:spPr>
          <a:xfrm>
            <a:off x="4140200" y="2711450"/>
            <a:ext cx="1346200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ports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502B6-AE21-341F-37B5-1BF925A0C33D}"/>
              </a:ext>
            </a:extLst>
          </p:cNvPr>
          <p:cNvSpPr/>
          <p:nvPr/>
        </p:nvSpPr>
        <p:spPr>
          <a:xfrm>
            <a:off x="6235700" y="3987800"/>
            <a:ext cx="13462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adapters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4AB93-10B0-FCEF-A9DF-455DC8A968A5}"/>
              </a:ext>
            </a:extLst>
          </p:cNvPr>
          <p:cNvSpPr/>
          <p:nvPr/>
        </p:nvSpPr>
        <p:spPr>
          <a:xfrm>
            <a:off x="6235700" y="1435100"/>
            <a:ext cx="1346200" cy="9144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A2B29-9FC4-191C-3CC3-92B8EC9DD4A3}"/>
              </a:ext>
            </a:extLst>
          </p:cNvPr>
          <p:cNvSpPr/>
          <p:nvPr/>
        </p:nvSpPr>
        <p:spPr>
          <a:xfrm>
            <a:off x="8921750" y="2711450"/>
            <a:ext cx="13462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main()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6FDD51A-7CBD-7ED8-50BA-DE850463844B}"/>
              </a:ext>
            </a:extLst>
          </p:cNvPr>
          <p:cNvSpPr txBox="1"/>
          <p:nvPr/>
        </p:nvSpPr>
        <p:spPr>
          <a:xfrm>
            <a:off x="3448051" y="4229099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Defines a trait </a:t>
            </a:r>
            <a:r>
              <a:rPr lang="en-US" sz="1200" b="1" noProof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Sender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which act on Domain's </a:t>
            </a:r>
            <a:r>
              <a:rPr lang="en-US" sz="1200" b="1" noProof="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Stuff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D399A61-9C21-14B3-1410-4D796C17C29A}"/>
              </a:ext>
            </a:extLst>
          </p:cNvPr>
          <p:cNvSpPr txBox="1"/>
          <p:nvPr/>
        </p:nvSpPr>
        <p:spPr>
          <a:xfrm>
            <a:off x="882650" y="4229099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Defines concrete </a:t>
            </a:r>
            <a:r>
              <a:rPr lang="en-US" sz="1200" b="1" noProof="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Stuff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 Order</a:t>
            </a:r>
          </a:p>
          <a:p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 Error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FAFFB7EE-D650-42AB-5D22-AFD9F3FE6F1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49500" y="3168650"/>
            <a:ext cx="1790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4982EEC-0707-0F58-8497-D512D93620D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486400" y="3168650"/>
            <a:ext cx="749300" cy="819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3F63DBA-1259-E5F7-800A-1E18F918C97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486400" y="2349500"/>
            <a:ext cx="749300" cy="819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C582D1A5-C70B-251C-9BDA-BBE473B7FE62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349500" y="3168650"/>
            <a:ext cx="3886200" cy="1276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966847D2-3BC5-3E60-CD56-AB3E1DD14F7F}"/>
              </a:ext>
            </a:extLst>
          </p:cNvPr>
          <p:cNvSpPr txBox="1"/>
          <p:nvPr/>
        </p:nvSpPr>
        <p:spPr>
          <a:xfrm>
            <a:off x="6137275" y="5067984"/>
            <a:ext cx="2162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</a:t>
            </a:r>
            <a:r>
              <a:rPr lang="en-US" sz="1200" b="1" noProof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Sender 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for a concrete </a:t>
            </a:r>
            <a:r>
              <a:rPr lang="en-US" sz="1200" b="1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to act on Domain's </a:t>
            </a:r>
            <a:r>
              <a:rPr lang="en-US" sz="1200" b="1" noProof="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Stuff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441D580-F527-BB78-1BA8-767C9DCEA84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2349500" y="1892300"/>
            <a:ext cx="3886200" cy="1276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4B073585-BAB8-CDE3-927B-7EE9FD50232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581900" y="1892300"/>
            <a:ext cx="1339850" cy="814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30F66E4A-FD57-7FF2-4F06-F92615D4F7B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581900" y="3625850"/>
            <a:ext cx="1346200" cy="819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8DB2804F-C8B1-C2B0-FDD2-D97C336FDC6F}"/>
              </a:ext>
            </a:extLst>
          </p:cNvPr>
          <p:cNvSpPr txBox="1"/>
          <p:nvPr/>
        </p:nvSpPr>
        <p:spPr>
          <a:xfrm>
            <a:off x="5140325" y="875179"/>
            <a:ext cx="501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>
                <a:latin typeface="Courier New" panose="02070309020205020404" pitchFamily="49" charset="0"/>
                <a:cs typeface="Courier New" panose="02070309020205020404" pitchFamily="49" charset="0"/>
              </a:rPr>
              <a:t>Defines 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&amp; implements a generic </a:t>
            </a:r>
            <a:r>
              <a:rPr lang="en-US" sz="1200" b="1" noProof="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over the trait </a:t>
            </a:r>
            <a:r>
              <a:rPr lang="en-US" sz="1200" b="1" noProof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Sender 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(whose methods act on Domain's </a:t>
            </a:r>
            <a:r>
              <a:rPr lang="en-US" sz="1200" b="1" noProof="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Stuff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D089FB3-EFB6-CA2F-D490-32E3C2176BC7}"/>
              </a:ext>
            </a:extLst>
          </p:cNvPr>
          <p:cNvSpPr txBox="1"/>
          <p:nvPr/>
        </p:nvSpPr>
        <p:spPr>
          <a:xfrm>
            <a:off x="8858251" y="3712259"/>
            <a:ext cx="224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Instantiates a </a:t>
            </a:r>
            <a:r>
              <a:rPr lang="en-US" sz="1200" b="1" noProof="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over a concrete </a:t>
            </a:r>
            <a:r>
              <a:rPr lang="en-US" sz="1200" b="1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to act on a Domain's </a:t>
            </a:r>
            <a:r>
              <a:rPr lang="en-US" sz="1200" b="1" noProof="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Stuff</a:t>
            </a:r>
            <a:r>
              <a:rPr lang="en-US" sz="1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2468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65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Baucour</dc:creator>
  <cp:lastModifiedBy>Philippe Baucour</cp:lastModifiedBy>
  <cp:revision>1</cp:revision>
  <dcterms:created xsi:type="dcterms:W3CDTF">2026-01-24T13:54:53Z</dcterms:created>
  <dcterms:modified xsi:type="dcterms:W3CDTF">2026-01-24T15:00:30Z</dcterms:modified>
</cp:coreProperties>
</file>