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6B5CF-0313-4D54-A6B3-B67226A5AE3C}" v="17" dt="2025-11-23T11:27:03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>
        <p:scale>
          <a:sx n="100" d="100"/>
          <a:sy n="100" d="100"/>
        </p:scale>
        <p:origin x="202" y="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pe Baucour" userId="5102170ae7533958" providerId="LiveId" clId="{C4634EC1-E8DC-4FAE-B843-C9AE3C4956A0}"/>
    <pc:docChg chg="undo custSel addSld delSld modSld">
      <pc:chgData name="Philippe Baucour" userId="5102170ae7533958" providerId="LiveId" clId="{C4634EC1-E8DC-4FAE-B843-C9AE3C4956A0}" dt="2025-11-23T12:07:26.392" v="1162" actId="20577"/>
      <pc:docMkLst>
        <pc:docMk/>
      </pc:docMkLst>
      <pc:sldChg chg="modSp mod">
        <pc:chgData name="Philippe Baucour" userId="5102170ae7533958" providerId="LiveId" clId="{C4634EC1-E8DC-4FAE-B843-C9AE3C4956A0}" dt="2025-11-22T09:44:35.895" v="5" actId="20577"/>
        <pc:sldMkLst>
          <pc:docMk/>
          <pc:sldMk cId="3075318298" sldId="256"/>
        </pc:sldMkLst>
        <pc:spChg chg="mod">
          <ac:chgData name="Philippe Baucour" userId="5102170ae7533958" providerId="LiveId" clId="{C4634EC1-E8DC-4FAE-B843-C9AE3C4956A0}" dt="2025-11-22T09:44:35.895" v="5" actId="20577"/>
          <ac:spMkLst>
            <pc:docMk/>
            <pc:sldMk cId="3075318298" sldId="256"/>
            <ac:spMk id="33" creationId="{C30B71E3-E20B-F7F9-8EF7-4996D72E2DDF}"/>
          </ac:spMkLst>
        </pc:spChg>
      </pc:sldChg>
      <pc:sldChg chg="new del">
        <pc:chgData name="Philippe Baucour" userId="5102170ae7533958" providerId="LiveId" clId="{C4634EC1-E8DC-4FAE-B843-C9AE3C4956A0}" dt="2025-11-23T11:29:06.352" v="985" actId="47"/>
        <pc:sldMkLst>
          <pc:docMk/>
          <pc:sldMk cId="2614473666" sldId="257"/>
        </pc:sldMkLst>
      </pc:sldChg>
      <pc:sldChg chg="addSp delSp modSp add mod">
        <pc:chgData name="Philippe Baucour" userId="5102170ae7533958" providerId="LiveId" clId="{C4634EC1-E8DC-4FAE-B843-C9AE3C4956A0}" dt="2025-11-23T12:07:26.392" v="1162" actId="20577"/>
        <pc:sldMkLst>
          <pc:docMk/>
          <pc:sldMk cId="3961992228" sldId="258"/>
        </pc:sldMkLst>
        <pc:spChg chg="add mod">
          <ac:chgData name="Philippe Baucour" userId="5102170ae7533958" providerId="LiveId" clId="{C4634EC1-E8DC-4FAE-B843-C9AE3C4956A0}" dt="2025-11-23T11:13:20.383" v="594" actId="207"/>
          <ac:spMkLst>
            <pc:docMk/>
            <pc:sldMk cId="3961992228" sldId="258"/>
            <ac:spMk id="2" creationId="{A26A2538-BC52-721B-3538-36ABD2202D3E}"/>
          </ac:spMkLst>
        </pc:spChg>
        <pc:spChg chg="add mod">
          <ac:chgData name="Philippe Baucour" userId="5102170ae7533958" providerId="LiveId" clId="{C4634EC1-E8DC-4FAE-B843-C9AE3C4956A0}" dt="2025-11-23T11:01:41.743" v="218" actId="164"/>
          <ac:spMkLst>
            <pc:docMk/>
            <pc:sldMk cId="3961992228" sldId="258"/>
            <ac:spMk id="3" creationId="{A4D05CCA-64F4-AE10-B20D-A4ABA1108239}"/>
          </ac:spMkLst>
        </pc:spChg>
        <pc:spChg chg="add mod">
          <ac:chgData name="Philippe Baucour" userId="5102170ae7533958" providerId="LiveId" clId="{C4634EC1-E8DC-4FAE-B843-C9AE3C4956A0}" dt="2025-11-23T11:01:41.743" v="218" actId="164"/>
          <ac:spMkLst>
            <pc:docMk/>
            <pc:sldMk cId="3961992228" sldId="258"/>
            <ac:spMk id="4" creationId="{B6C2245B-309D-7198-C9A7-4561BA438570}"/>
          </ac:spMkLst>
        </pc:spChg>
        <pc:spChg chg="add mod">
          <ac:chgData name="Philippe Baucour" userId="5102170ae7533958" providerId="LiveId" clId="{C4634EC1-E8DC-4FAE-B843-C9AE3C4956A0}" dt="2025-11-23T11:01:41.743" v="218" actId="164"/>
          <ac:spMkLst>
            <pc:docMk/>
            <pc:sldMk cId="3961992228" sldId="258"/>
            <ac:spMk id="6" creationId="{7B9190FB-7DED-E341-F213-EC88EDC18692}"/>
          </ac:spMkLst>
        </pc:spChg>
        <pc:spChg chg="add mod">
          <ac:chgData name="Philippe Baucour" userId="5102170ae7533958" providerId="LiveId" clId="{C4634EC1-E8DC-4FAE-B843-C9AE3C4956A0}" dt="2025-11-23T11:01:41.743" v="218" actId="164"/>
          <ac:spMkLst>
            <pc:docMk/>
            <pc:sldMk cId="3961992228" sldId="258"/>
            <ac:spMk id="9" creationId="{D7CAC77C-27D1-1FAC-8E96-9F681B0AB61B}"/>
          </ac:spMkLst>
        </pc:spChg>
        <pc:spChg chg="add mod">
          <ac:chgData name="Philippe Baucour" userId="5102170ae7533958" providerId="LiveId" clId="{C4634EC1-E8DC-4FAE-B843-C9AE3C4956A0}" dt="2025-11-23T11:01:41.743" v="218" actId="164"/>
          <ac:spMkLst>
            <pc:docMk/>
            <pc:sldMk cId="3961992228" sldId="258"/>
            <ac:spMk id="10" creationId="{CC5C2BA2-C030-ED53-4A7F-5B58B475746C}"/>
          </ac:spMkLst>
        </pc:spChg>
        <pc:spChg chg="del mod">
          <ac:chgData name="Philippe Baucour" userId="5102170ae7533958" providerId="LiveId" clId="{C4634EC1-E8DC-4FAE-B843-C9AE3C4956A0}" dt="2025-11-23T11:24:11.987" v="924" actId="478"/>
          <ac:spMkLst>
            <pc:docMk/>
            <pc:sldMk cId="3961992228" sldId="258"/>
            <ac:spMk id="12" creationId="{12EED59A-A003-B29E-F7A5-F2527C336C59}"/>
          </ac:spMkLst>
        </pc:spChg>
        <pc:spChg chg="add mod">
          <ac:chgData name="Philippe Baucour" userId="5102170ae7533958" providerId="LiveId" clId="{C4634EC1-E8DC-4FAE-B843-C9AE3C4956A0}" dt="2025-11-23T11:01:41.743" v="218" actId="164"/>
          <ac:spMkLst>
            <pc:docMk/>
            <pc:sldMk cId="3961992228" sldId="258"/>
            <ac:spMk id="13" creationId="{F7AC9915-B38C-1B32-E582-99DA8FA5C834}"/>
          </ac:spMkLst>
        </pc:spChg>
        <pc:spChg chg="add mod">
          <ac:chgData name="Philippe Baucour" userId="5102170ae7533958" providerId="LiveId" clId="{C4634EC1-E8DC-4FAE-B843-C9AE3C4956A0}" dt="2025-11-23T11:01:41.743" v="218" actId="164"/>
          <ac:spMkLst>
            <pc:docMk/>
            <pc:sldMk cId="3961992228" sldId="258"/>
            <ac:spMk id="15" creationId="{562D5AE8-5F2F-230A-6B92-24AF16DBAFAD}"/>
          </ac:spMkLst>
        </pc:spChg>
        <pc:spChg chg="del">
          <ac:chgData name="Philippe Baucour" userId="5102170ae7533958" providerId="LiveId" clId="{C4634EC1-E8DC-4FAE-B843-C9AE3C4956A0}" dt="2025-11-23T10:54:49.942" v="104" actId="478"/>
          <ac:spMkLst>
            <pc:docMk/>
            <pc:sldMk cId="3961992228" sldId="258"/>
            <ac:spMk id="21" creationId="{468DB1E0-6D69-3309-FF6D-34747E9C866D}"/>
          </ac:spMkLst>
        </pc:spChg>
        <pc:spChg chg="del">
          <ac:chgData name="Philippe Baucour" userId="5102170ae7533958" providerId="LiveId" clId="{C4634EC1-E8DC-4FAE-B843-C9AE3C4956A0}" dt="2025-11-23T10:54:49.942" v="104" actId="478"/>
          <ac:spMkLst>
            <pc:docMk/>
            <pc:sldMk cId="3961992228" sldId="258"/>
            <ac:spMk id="22" creationId="{2E97811A-A2CB-01C4-77BD-59287769F260}"/>
          </ac:spMkLst>
        </pc:spChg>
        <pc:spChg chg="add mod ord">
          <ac:chgData name="Philippe Baucour" userId="5102170ae7533958" providerId="LiveId" clId="{C4634EC1-E8DC-4FAE-B843-C9AE3C4956A0}" dt="2025-11-23T11:14:42.471" v="600" actId="1076"/>
          <ac:spMkLst>
            <pc:docMk/>
            <pc:sldMk cId="3961992228" sldId="258"/>
            <ac:spMk id="23" creationId="{C8E2C03B-1388-9714-7D76-DD2523C80BD3}"/>
          </ac:spMkLst>
        </pc:spChg>
        <pc:spChg chg="del">
          <ac:chgData name="Philippe Baucour" userId="5102170ae7533958" providerId="LiveId" clId="{C4634EC1-E8DC-4FAE-B843-C9AE3C4956A0}" dt="2025-11-23T10:54:53.021" v="105" actId="478"/>
          <ac:spMkLst>
            <pc:docMk/>
            <pc:sldMk cId="3961992228" sldId="258"/>
            <ac:spMk id="24" creationId="{C65C2853-6B45-83E1-C7ED-FE9F7AFA2322}"/>
          </ac:spMkLst>
        </pc:spChg>
        <pc:spChg chg="del mod">
          <ac:chgData name="Philippe Baucour" userId="5102170ae7533958" providerId="LiveId" clId="{C4634EC1-E8DC-4FAE-B843-C9AE3C4956A0}" dt="2025-11-23T11:24:11.987" v="924" actId="478"/>
          <ac:spMkLst>
            <pc:docMk/>
            <pc:sldMk cId="3961992228" sldId="258"/>
            <ac:spMk id="25" creationId="{9C486CCE-CF05-8278-993A-56F74DCD0C56}"/>
          </ac:spMkLst>
        </pc:spChg>
        <pc:spChg chg="add mod">
          <ac:chgData name="Philippe Baucour" userId="5102170ae7533958" providerId="LiveId" clId="{C4634EC1-E8DC-4FAE-B843-C9AE3C4956A0}" dt="2025-11-23T12:07:17.194" v="1158" actId="20577"/>
          <ac:spMkLst>
            <pc:docMk/>
            <pc:sldMk cId="3961992228" sldId="258"/>
            <ac:spMk id="27" creationId="{09F3884A-3E00-892C-2E50-00C4494E6524}"/>
          </ac:spMkLst>
        </pc:spChg>
        <pc:spChg chg="del">
          <ac:chgData name="Philippe Baucour" userId="5102170ae7533958" providerId="LiveId" clId="{C4634EC1-E8DC-4FAE-B843-C9AE3C4956A0}" dt="2025-11-23T10:54:49.942" v="104" actId="478"/>
          <ac:spMkLst>
            <pc:docMk/>
            <pc:sldMk cId="3961992228" sldId="258"/>
            <ac:spMk id="29" creationId="{F822D01F-4465-3DE9-DB10-31412D79B7C4}"/>
          </ac:spMkLst>
        </pc:spChg>
        <pc:spChg chg="del">
          <ac:chgData name="Philippe Baucour" userId="5102170ae7533958" providerId="LiveId" clId="{C4634EC1-E8DC-4FAE-B843-C9AE3C4956A0}" dt="2025-11-23T10:54:49.942" v="104" actId="478"/>
          <ac:spMkLst>
            <pc:docMk/>
            <pc:sldMk cId="3961992228" sldId="258"/>
            <ac:spMk id="30" creationId="{1A39C6CE-CCC4-CCEA-52D8-877FB8EA5BA9}"/>
          </ac:spMkLst>
        </pc:spChg>
        <pc:spChg chg="add mod">
          <ac:chgData name="Philippe Baucour" userId="5102170ae7533958" providerId="LiveId" clId="{C4634EC1-E8DC-4FAE-B843-C9AE3C4956A0}" dt="2025-11-23T11:18:17.215" v="802" actId="1038"/>
          <ac:spMkLst>
            <pc:docMk/>
            <pc:sldMk cId="3961992228" sldId="258"/>
            <ac:spMk id="32" creationId="{AD33A93E-3974-4BA7-DDF8-5DCAF2AA3CDC}"/>
          </ac:spMkLst>
        </pc:spChg>
        <pc:spChg chg="del mod">
          <ac:chgData name="Philippe Baucour" userId="5102170ae7533958" providerId="LiveId" clId="{C4634EC1-E8DC-4FAE-B843-C9AE3C4956A0}" dt="2025-11-23T11:24:11.987" v="924" actId="478"/>
          <ac:spMkLst>
            <pc:docMk/>
            <pc:sldMk cId="3961992228" sldId="258"/>
            <ac:spMk id="33" creationId="{827BB0DE-32A2-637E-8B66-14D67214DF75}"/>
          </ac:spMkLst>
        </pc:spChg>
        <pc:spChg chg="add mod">
          <ac:chgData name="Philippe Baucour" userId="5102170ae7533958" providerId="LiveId" clId="{C4634EC1-E8DC-4FAE-B843-C9AE3C4956A0}" dt="2025-11-23T11:19:27.981" v="850" actId="1037"/>
          <ac:spMkLst>
            <pc:docMk/>
            <pc:sldMk cId="3961992228" sldId="258"/>
            <ac:spMk id="34" creationId="{147250B3-4D56-9431-F4B9-38C06D810C13}"/>
          </ac:spMkLst>
        </pc:spChg>
        <pc:spChg chg="del">
          <ac:chgData name="Philippe Baucour" userId="5102170ae7533958" providerId="LiveId" clId="{C4634EC1-E8DC-4FAE-B843-C9AE3C4956A0}" dt="2025-11-23T10:54:53.021" v="105" actId="478"/>
          <ac:spMkLst>
            <pc:docMk/>
            <pc:sldMk cId="3961992228" sldId="258"/>
            <ac:spMk id="47" creationId="{2CB63C9B-C072-B091-38C0-55C1DC2ACA04}"/>
          </ac:spMkLst>
        </pc:spChg>
        <pc:spChg chg="mod ord">
          <ac:chgData name="Philippe Baucour" userId="5102170ae7533958" providerId="LiveId" clId="{C4634EC1-E8DC-4FAE-B843-C9AE3C4956A0}" dt="2025-11-23T11:32:04.069" v="1154" actId="1076"/>
          <ac:spMkLst>
            <pc:docMk/>
            <pc:sldMk cId="3961992228" sldId="258"/>
            <ac:spMk id="48" creationId="{4F5CF223-3E87-6691-F446-351BA6F8E77B}"/>
          </ac:spMkLst>
        </pc:spChg>
        <pc:spChg chg="add mod">
          <ac:chgData name="Philippe Baucour" userId="5102170ae7533958" providerId="LiveId" clId="{C4634EC1-E8DC-4FAE-B843-C9AE3C4956A0}" dt="2025-11-23T12:07:26.392" v="1162" actId="20577"/>
          <ac:spMkLst>
            <pc:docMk/>
            <pc:sldMk cId="3961992228" sldId="258"/>
            <ac:spMk id="59" creationId="{75968AC9-05A8-88DB-BEE8-F2B58249BDD7}"/>
          </ac:spMkLst>
        </pc:spChg>
        <pc:spChg chg="add mod">
          <ac:chgData name="Philippe Baucour" userId="5102170ae7533958" providerId="LiveId" clId="{C4634EC1-E8DC-4FAE-B843-C9AE3C4956A0}" dt="2025-11-23T11:23:21.389" v="918" actId="20577"/>
          <ac:spMkLst>
            <pc:docMk/>
            <pc:sldMk cId="3961992228" sldId="258"/>
            <ac:spMk id="61" creationId="{809CF0F6-953E-6ED2-D814-465A204709C7}"/>
          </ac:spMkLst>
        </pc:spChg>
        <pc:spChg chg="add mod">
          <ac:chgData name="Philippe Baucour" userId="5102170ae7533958" providerId="LiveId" clId="{C4634EC1-E8DC-4FAE-B843-C9AE3C4956A0}" dt="2025-11-23T11:23:40.336" v="922" actId="20577"/>
          <ac:spMkLst>
            <pc:docMk/>
            <pc:sldMk cId="3961992228" sldId="258"/>
            <ac:spMk id="62" creationId="{661A0F2F-49CF-1469-ED63-17AC0CC1D615}"/>
          </ac:spMkLst>
        </pc:spChg>
        <pc:grpChg chg="add mod">
          <ac:chgData name="Philippe Baucour" userId="5102170ae7533958" providerId="LiveId" clId="{C4634EC1-E8DC-4FAE-B843-C9AE3C4956A0}" dt="2025-11-23T11:01:59.950" v="219" actId="1076"/>
          <ac:grpSpMkLst>
            <pc:docMk/>
            <pc:sldMk cId="3961992228" sldId="258"/>
            <ac:grpSpMk id="17" creationId="{41FD68D1-1375-0F12-3B95-BED3418B44BB}"/>
          </ac:grpSpMkLst>
        </pc:grpChg>
        <pc:picChg chg="mod">
          <ac:chgData name="Philippe Baucour" userId="5102170ae7533958" providerId="LiveId" clId="{C4634EC1-E8DC-4FAE-B843-C9AE3C4956A0}" dt="2025-11-23T10:56:07.698" v="164" actId="1037"/>
          <ac:picMkLst>
            <pc:docMk/>
            <pc:sldMk cId="3961992228" sldId="258"/>
            <ac:picMk id="7" creationId="{53764259-DCF4-8B48-E950-90738FD096B6}"/>
          </ac:picMkLst>
        </pc:picChg>
        <pc:picChg chg="mod ord">
          <ac:chgData name="Philippe Baucour" userId="5102170ae7533958" providerId="LiveId" clId="{C4634EC1-E8DC-4FAE-B843-C9AE3C4956A0}" dt="2025-11-23T10:55:53.329" v="144" actId="1035"/>
          <ac:picMkLst>
            <pc:docMk/>
            <pc:sldMk cId="3961992228" sldId="258"/>
            <ac:picMk id="8" creationId="{273CE7EE-108B-C1DE-59B7-2B459D947DA0}"/>
          </ac:picMkLst>
        </pc:picChg>
        <pc:cxnChg chg="del">
          <ac:chgData name="Philippe Baucour" userId="5102170ae7533958" providerId="LiveId" clId="{C4634EC1-E8DC-4FAE-B843-C9AE3C4956A0}" dt="2025-11-23T10:54:49.942" v="104" actId="478"/>
          <ac:cxnSpMkLst>
            <pc:docMk/>
            <pc:sldMk cId="3961992228" sldId="258"/>
            <ac:cxnSpMk id="5" creationId="{DC0EFD26-CA75-8E4F-6216-FA885EE41D86}"/>
          </ac:cxnSpMkLst>
        </pc:cxnChg>
        <pc:cxnChg chg="del mod">
          <ac:chgData name="Philippe Baucour" userId="5102170ae7533958" providerId="LiveId" clId="{C4634EC1-E8DC-4FAE-B843-C9AE3C4956A0}" dt="2025-11-23T11:24:11.987" v="924" actId="478"/>
          <ac:cxnSpMkLst>
            <pc:docMk/>
            <pc:sldMk cId="3961992228" sldId="258"/>
            <ac:cxnSpMk id="11" creationId="{0A7CC7E4-200A-F55C-F57C-A3FF80BA0C90}"/>
          </ac:cxnSpMkLst>
        </pc:cxnChg>
        <pc:cxnChg chg="del mod">
          <ac:chgData name="Philippe Baucour" userId="5102170ae7533958" providerId="LiveId" clId="{C4634EC1-E8DC-4FAE-B843-C9AE3C4956A0}" dt="2025-11-23T11:24:11.987" v="924" actId="478"/>
          <ac:cxnSpMkLst>
            <pc:docMk/>
            <pc:sldMk cId="3961992228" sldId="258"/>
            <ac:cxnSpMk id="14" creationId="{B72469F6-7035-209C-FD95-51938FA64066}"/>
          </ac:cxnSpMkLst>
        </pc:cxnChg>
        <pc:cxnChg chg="del">
          <ac:chgData name="Philippe Baucour" userId="5102170ae7533958" providerId="LiveId" clId="{C4634EC1-E8DC-4FAE-B843-C9AE3C4956A0}" dt="2025-11-23T10:54:49.942" v="104" actId="478"/>
          <ac:cxnSpMkLst>
            <pc:docMk/>
            <pc:sldMk cId="3961992228" sldId="258"/>
            <ac:cxnSpMk id="16" creationId="{98B1EF45-0CE6-3C9E-EDB2-EB33877322E1}"/>
          </ac:cxnSpMkLst>
        </pc:cxnChg>
        <pc:cxnChg chg="add mod ord">
          <ac:chgData name="Philippe Baucour" userId="5102170ae7533958" providerId="LiveId" clId="{C4634EC1-E8DC-4FAE-B843-C9AE3C4956A0}" dt="2025-11-23T11:12:58.587" v="471"/>
          <ac:cxnSpMkLst>
            <pc:docMk/>
            <pc:sldMk cId="3961992228" sldId="258"/>
            <ac:cxnSpMk id="18" creationId="{FA2BEE6E-8942-12C9-12A8-8386F5969BC0}"/>
          </ac:cxnSpMkLst>
        </pc:cxnChg>
        <pc:cxnChg chg="del mod">
          <ac:chgData name="Philippe Baucour" userId="5102170ae7533958" providerId="LiveId" clId="{C4634EC1-E8DC-4FAE-B843-C9AE3C4956A0}" dt="2025-11-23T11:24:11.987" v="924" actId="478"/>
          <ac:cxnSpMkLst>
            <pc:docMk/>
            <pc:sldMk cId="3961992228" sldId="258"/>
            <ac:cxnSpMk id="26" creationId="{F15AA00A-2969-455C-7986-B2CDB9B8867D}"/>
          </ac:cxnSpMkLst>
        </pc:cxnChg>
        <pc:cxnChg chg="add mod">
          <ac:chgData name="Philippe Baucour" userId="5102170ae7533958" providerId="LiveId" clId="{C4634EC1-E8DC-4FAE-B843-C9AE3C4956A0}" dt="2025-11-23T11:17:37.507" v="740" actId="692"/>
          <ac:cxnSpMkLst>
            <pc:docMk/>
            <pc:sldMk cId="3961992228" sldId="258"/>
            <ac:cxnSpMk id="28" creationId="{738D660C-905C-B36A-261A-144F3E4CA6FB}"/>
          </ac:cxnSpMkLst>
        </pc:cxnChg>
        <pc:cxnChg chg="del mod">
          <ac:chgData name="Philippe Baucour" userId="5102170ae7533958" providerId="LiveId" clId="{C4634EC1-E8DC-4FAE-B843-C9AE3C4956A0}" dt="2025-11-23T11:24:11.987" v="924" actId="478"/>
          <ac:cxnSpMkLst>
            <pc:docMk/>
            <pc:sldMk cId="3961992228" sldId="258"/>
            <ac:cxnSpMk id="31" creationId="{ED12D4BE-8565-52ED-5BBE-E9A78A4E592C}"/>
          </ac:cxnSpMkLst>
        </pc:cxnChg>
        <pc:cxnChg chg="del">
          <ac:chgData name="Philippe Baucour" userId="5102170ae7533958" providerId="LiveId" clId="{C4634EC1-E8DC-4FAE-B843-C9AE3C4956A0}" dt="2025-11-23T10:54:53.021" v="105" actId="478"/>
          <ac:cxnSpMkLst>
            <pc:docMk/>
            <pc:sldMk cId="3961992228" sldId="258"/>
            <ac:cxnSpMk id="35" creationId="{4F2B1991-F21C-C468-D325-7429D2DEE062}"/>
          </ac:cxnSpMkLst>
        </pc:cxnChg>
        <pc:cxnChg chg="del">
          <ac:chgData name="Philippe Baucour" userId="5102170ae7533958" providerId="LiveId" clId="{C4634EC1-E8DC-4FAE-B843-C9AE3C4956A0}" dt="2025-11-23T10:54:53.021" v="105" actId="478"/>
          <ac:cxnSpMkLst>
            <pc:docMk/>
            <pc:sldMk cId="3961992228" sldId="258"/>
            <ac:cxnSpMk id="36" creationId="{0F85FB0C-55C8-9E26-B0FE-588612E252FF}"/>
          </ac:cxnSpMkLst>
        </pc:cxnChg>
        <pc:cxnChg chg="add del mod">
          <ac:chgData name="Philippe Baucour" userId="5102170ae7533958" providerId="LiveId" clId="{C4634EC1-E8DC-4FAE-B843-C9AE3C4956A0}" dt="2025-11-23T11:23:57.651" v="923" actId="478"/>
          <ac:cxnSpMkLst>
            <pc:docMk/>
            <pc:sldMk cId="3961992228" sldId="258"/>
            <ac:cxnSpMk id="37" creationId="{DD17FD99-6F5F-D584-884E-4E13D6E94201}"/>
          </ac:cxnSpMkLst>
        </pc:cxnChg>
        <pc:cxnChg chg="add mod">
          <ac:chgData name="Philippe Baucour" userId="5102170ae7533958" providerId="LiveId" clId="{C4634EC1-E8DC-4FAE-B843-C9AE3C4956A0}" dt="2025-11-23T11:28:49.725" v="984" actId="1038"/>
          <ac:cxnSpMkLst>
            <pc:docMk/>
            <pc:sldMk cId="3961992228" sldId="258"/>
            <ac:cxnSpMk id="38" creationId="{18C95C7A-147B-A1C4-C6BA-53E2A72978F3}"/>
          </ac:cxnSpMkLst>
        </pc:cxnChg>
        <pc:cxnChg chg="add mod">
          <ac:chgData name="Philippe Baucour" userId="5102170ae7533958" providerId="LiveId" clId="{C4634EC1-E8DC-4FAE-B843-C9AE3C4956A0}" dt="2025-11-23T11:19:58.027" v="879" actId="14100"/>
          <ac:cxnSpMkLst>
            <pc:docMk/>
            <pc:sldMk cId="3961992228" sldId="258"/>
            <ac:cxnSpMk id="39" creationId="{DCE12948-DD14-A80B-BBF5-4A4C3F683A6E}"/>
          </ac:cxnSpMkLst>
        </pc:cxnChg>
        <pc:cxnChg chg="add mod">
          <ac:chgData name="Philippe Baucour" userId="5102170ae7533958" providerId="LiveId" clId="{C4634EC1-E8DC-4FAE-B843-C9AE3C4956A0}" dt="2025-11-23T11:19:15.286" v="838" actId="14100"/>
          <ac:cxnSpMkLst>
            <pc:docMk/>
            <pc:sldMk cId="3961992228" sldId="258"/>
            <ac:cxnSpMk id="42" creationId="{96B2356F-5EF0-27B5-51C6-97D3794EDA4D}"/>
          </ac:cxnSpMkLst>
        </pc:cxnChg>
        <pc:cxnChg chg="add mod">
          <ac:chgData name="Philippe Baucour" userId="5102170ae7533958" providerId="LiveId" clId="{C4634EC1-E8DC-4FAE-B843-C9AE3C4956A0}" dt="2025-11-23T11:19:40.591" v="877" actId="1037"/>
          <ac:cxnSpMkLst>
            <pc:docMk/>
            <pc:sldMk cId="3961992228" sldId="258"/>
            <ac:cxnSpMk id="43" creationId="{13D97FEF-B660-F3C8-504B-CAEB9AF77D71}"/>
          </ac:cxnSpMkLst>
        </pc:cxnChg>
        <pc:cxnChg chg="del">
          <ac:chgData name="Philippe Baucour" userId="5102170ae7533958" providerId="LiveId" clId="{C4634EC1-E8DC-4FAE-B843-C9AE3C4956A0}" dt="2025-11-23T10:54:53.021" v="105" actId="478"/>
          <ac:cxnSpMkLst>
            <pc:docMk/>
            <pc:sldMk cId="3961992228" sldId="258"/>
            <ac:cxnSpMk id="44" creationId="{710CEAAB-0ABD-E28F-1EB4-96C817121690}"/>
          </ac:cxnSpMkLst>
        </pc:cxnChg>
        <pc:cxnChg chg="add mod">
          <ac:chgData name="Philippe Baucour" userId="5102170ae7533958" providerId="LiveId" clId="{C4634EC1-E8DC-4FAE-B843-C9AE3C4956A0}" dt="2025-11-23T11:21:44.787" v="893" actId="14100"/>
          <ac:cxnSpMkLst>
            <pc:docMk/>
            <pc:sldMk cId="3961992228" sldId="258"/>
            <ac:cxnSpMk id="50" creationId="{77B1E948-FD1E-26A8-4374-E6F78CA8A9C1}"/>
          </ac:cxnSpMkLst>
        </pc:cxnChg>
        <pc:cxnChg chg="add mod">
          <ac:chgData name="Philippe Baucour" userId="5102170ae7533958" providerId="LiveId" clId="{C4634EC1-E8DC-4FAE-B843-C9AE3C4956A0}" dt="2025-11-23T11:22:39.742" v="910" actId="14100"/>
          <ac:cxnSpMkLst>
            <pc:docMk/>
            <pc:sldMk cId="3961992228" sldId="258"/>
            <ac:cxnSpMk id="54" creationId="{D1B42FA7-327E-94EA-DF5E-4F5B25F32CBE}"/>
          </ac:cxnSpMkLst>
        </pc:cxnChg>
        <pc:cxnChg chg="add mod">
          <ac:chgData name="Philippe Baucour" userId="5102170ae7533958" providerId="LiveId" clId="{C4634EC1-E8DC-4FAE-B843-C9AE3C4956A0}" dt="2025-11-23T11:22:25.675" v="907" actId="14100"/>
          <ac:cxnSpMkLst>
            <pc:docMk/>
            <pc:sldMk cId="3961992228" sldId="258"/>
            <ac:cxnSpMk id="56" creationId="{AB053E2F-C3F5-7D96-CB6C-6512F88C116D}"/>
          </ac:cxnSpMkLst>
        </pc:cxnChg>
        <pc:cxnChg chg="add mod ord">
          <ac:chgData name="Philippe Baucour" userId="5102170ae7533958" providerId="LiveId" clId="{C4634EC1-E8DC-4FAE-B843-C9AE3C4956A0}" dt="2025-11-23T11:30:39.182" v="1139" actId="1038"/>
          <ac:cxnSpMkLst>
            <pc:docMk/>
            <pc:sldMk cId="3961992228" sldId="258"/>
            <ac:cxnSpMk id="64" creationId="{15D169AD-3019-DF86-A393-231113385BBB}"/>
          </ac:cxnSpMkLst>
        </pc:cxnChg>
        <pc:cxnChg chg="add mod ord">
          <ac:chgData name="Philippe Baucour" userId="5102170ae7533958" providerId="LiveId" clId="{C4634EC1-E8DC-4FAE-B843-C9AE3C4956A0}" dt="2025-11-23T11:31:03.730" v="1142" actId="14100"/>
          <ac:cxnSpMkLst>
            <pc:docMk/>
            <pc:sldMk cId="3961992228" sldId="258"/>
            <ac:cxnSpMk id="65" creationId="{C9155800-07D6-92E2-26CF-9B6EAE6E4A5D}"/>
          </ac:cxnSpMkLst>
        </pc:cxnChg>
        <pc:cxnChg chg="add del mod">
          <ac:chgData name="Philippe Baucour" userId="5102170ae7533958" providerId="LiveId" clId="{C4634EC1-E8DC-4FAE-B843-C9AE3C4956A0}" dt="2025-11-23T11:31:06.755" v="1143" actId="478"/>
          <ac:cxnSpMkLst>
            <pc:docMk/>
            <pc:sldMk cId="3961992228" sldId="258"/>
            <ac:cxnSpMk id="68" creationId="{14E6A405-F2F5-55D6-AD5F-41C10740841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C486C1-1462-26E0-8AF2-22C0E5B40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3518995-E298-FE2E-6411-186E9E6D2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C72EE3-126E-15E8-7903-DBD90D47F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942E81-7E6F-E277-133B-8D94DB0DD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4EA8AC-D3DD-0ECA-C481-690457CEB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002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1104F5-9305-A779-24F1-18F05FD2B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739BBF-2F4E-C721-B506-582D635B3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70B6DA-2117-5DAA-52DF-86ADAE72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C31E38-2B47-FC03-0591-7E010014D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7B3588-C2A7-F563-F59C-518838EF4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3873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112D6B-23DB-01C3-AC47-FCC4CC521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F002C22-4C95-673F-42DE-D0EF384F0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C47D21-49FF-03AE-CB0D-50E76296C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57B16B-8AB0-D0A9-90F9-3D616058B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F1D7B6-A519-398C-997E-29C75AAD1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116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F815D4-C963-F2FF-FBE4-86011B1F7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DB6107-CEA0-A2A6-0970-2B9987EAC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4D01E2-1940-BC31-7ABA-C2EA1F4341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6FE5423-87A5-4812-4159-0206BA337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D667AB2-A155-2888-3564-F9BB0A32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616E9C4-2BBC-AF31-7836-7C609D0C3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7107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F9FB09-478C-128D-C111-6533D0665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CE908C-6F33-A6A1-7363-511C857BD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DD370B8-81CF-C0E1-F337-9E646B779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F92700E-A54C-3999-B014-CA93FA623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9A21AFC-3EF4-D2D9-FD66-43CC8DE3D6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F1CC739-7D16-3B61-CFC0-9F7F3437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C9ADBE5-C7E2-1336-8982-080DEBD10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17A7D5C-712F-15AB-F101-508CEDA7C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1013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411219-7429-93D4-A330-E0A70390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CC69822-8083-1300-8277-1A03CA15F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AC35E92-7520-A281-0A96-85404E2E2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2492905-6DA3-9ECF-2CC2-011205F4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334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4C7463-7DCA-EF9E-FF18-7D2A0BCEE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349BD02-0868-BDD3-6DCE-E02A28E13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676E7AA-4DE1-ED6C-D524-2BFA14E13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6104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E4A476-8684-8DE2-F212-D16EA4493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7A5300-AE2D-0010-F4D6-2116B08B2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0E0BDC1-080F-9750-C218-DD7BC918E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DAAEB2-6027-7DE8-F9AA-80A501E1E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8F493B0-97CD-89DA-20A7-0FEC87D53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9DBE77-6E12-8343-9172-D5BEDD41D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4135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F29F5F-B43A-6A3A-EC3F-A90669452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35BFFBC-952F-52B8-70D0-480310EEA2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A4CAC90-3D7A-916F-D008-97DA32234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F6F370-B6E5-C5A9-5599-454E03C78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0C14DB8-5E66-3EFC-57B4-C070A51A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3A73DF-EFB1-F87F-68FD-9B7DF18BA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1946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21092-0CBA-E1DA-8A43-0C3BA86C8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63D962-40FD-0195-5A5F-0565C71F3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70227E-67B6-475C-5EF8-AF36EAB4D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A0F3E4-FDE7-D3E0-89E2-EF36C2DB4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332CE3-173A-2BAF-B421-695B319CB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8257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EA0BCD2-DEA4-85F7-2445-1E2CDECB2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02CFDAD-7278-184D-EDC5-F3B9EFBF8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CBE8F8-3DA1-C1EB-78A9-5FB95FEC4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BE058-CAA6-442E-81C9-ED174764490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F5FD37-B1E5-2CF5-1694-2833FE9AB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12D494-DA07-0418-7E93-98D4362CC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359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24B906D-B0C3-D648-A99D-D8D766A77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459977-BD70-DA16-D630-63FBB4121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A963FF-19FF-CD36-6A08-925803FB9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3BE058-CAA6-442E-81C9-ED1747644904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398425-41A8-0A6D-6773-8F53AB1D4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D5CF3C-EB49-A316-8DCE-1A54CE395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03E82-5539-4554-BADD-8788A95DD1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7666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ZoneTexte 46">
            <a:extLst>
              <a:ext uri="{FF2B5EF4-FFF2-40B4-BE49-F238E27FC236}">
                <a16:creationId xmlns:a16="http://schemas.microsoft.com/office/drawing/2014/main" id="{1E102833-7A5C-D58D-8024-5F4198DC9662}"/>
              </a:ext>
            </a:extLst>
          </p:cNvPr>
          <p:cNvSpPr txBox="1"/>
          <p:nvPr/>
        </p:nvSpPr>
        <p:spPr>
          <a:xfrm>
            <a:off x="8124959" y="2220849"/>
            <a:ext cx="1066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error = 3cm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BAFEEFAF-D946-539D-8B5B-DEE7F7415177}"/>
              </a:ext>
            </a:extLst>
          </p:cNvPr>
          <p:cNvCxnSpPr>
            <a:cxnSpLocks/>
          </p:cNvCxnSpPr>
          <p:nvPr/>
        </p:nvCxnSpPr>
        <p:spPr>
          <a:xfrm>
            <a:off x="3364479" y="3302000"/>
            <a:ext cx="3524192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phique 6" descr="Homme avec un remplissage uni">
            <a:extLst>
              <a:ext uri="{FF2B5EF4-FFF2-40B4-BE49-F238E27FC236}">
                <a16:creationId xmlns:a16="http://schemas.microsoft.com/office/drawing/2014/main" id="{36F2A5FE-6BD0-F398-8E6C-5FDADB6DA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1941" y="2641599"/>
            <a:ext cx="2374899" cy="2374899"/>
          </a:xfrm>
          <a:prstGeom prst="rect">
            <a:avLst/>
          </a:prstGeom>
        </p:spPr>
      </p:pic>
      <p:pic>
        <p:nvPicPr>
          <p:cNvPr id="8" name="Graphique 7" descr="Homme avec un remplissage uni">
            <a:extLst>
              <a:ext uri="{FF2B5EF4-FFF2-40B4-BE49-F238E27FC236}">
                <a16:creationId xmlns:a16="http://schemas.microsoft.com/office/drawing/2014/main" id="{ABB9A017-B94E-F579-9834-A5C802125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85470" y="2641599"/>
            <a:ext cx="2374899" cy="2374899"/>
          </a:xfrm>
          <a:prstGeom prst="rect">
            <a:avLst/>
          </a:prstGeom>
        </p:spPr>
      </p:pic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5FEABED-5D3E-5387-8696-F22F9398741A}"/>
              </a:ext>
            </a:extLst>
          </p:cNvPr>
          <p:cNvCxnSpPr>
            <a:cxnSpLocks/>
          </p:cNvCxnSpPr>
          <p:nvPr/>
        </p:nvCxnSpPr>
        <p:spPr>
          <a:xfrm>
            <a:off x="6537895" y="1274064"/>
            <a:ext cx="45341" cy="36725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D267885-8BC8-A374-8750-836E84817723}"/>
              </a:ext>
            </a:extLst>
          </p:cNvPr>
          <p:cNvSpPr/>
          <p:nvPr/>
        </p:nvSpPr>
        <p:spPr>
          <a:xfrm>
            <a:off x="6583236" y="1835150"/>
            <a:ext cx="102234" cy="125093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79610496-5228-5FD9-C25B-871EF9CEA62E}"/>
              </a:ext>
            </a:extLst>
          </p:cNvPr>
          <p:cNvCxnSpPr>
            <a:cxnSpLocks/>
          </p:cNvCxnSpPr>
          <p:nvPr/>
        </p:nvCxnSpPr>
        <p:spPr>
          <a:xfrm>
            <a:off x="6776276" y="2459355"/>
            <a:ext cx="247650" cy="0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EF7AF4DE-58FC-0951-75EE-6EE588DA8CBA}"/>
              </a:ext>
            </a:extLst>
          </p:cNvPr>
          <p:cNvCxnSpPr>
            <a:cxnSpLocks/>
          </p:cNvCxnSpPr>
          <p:nvPr/>
        </p:nvCxnSpPr>
        <p:spPr>
          <a:xfrm flipV="1">
            <a:off x="3580292" y="2048256"/>
            <a:ext cx="3498937" cy="124086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3D00D3F4-BD54-8332-9B02-D639E9CDA462}"/>
              </a:ext>
            </a:extLst>
          </p:cNvPr>
          <p:cNvSpPr txBox="1"/>
          <p:nvPr/>
        </p:nvSpPr>
        <p:spPr>
          <a:xfrm>
            <a:off x="6621338" y="1657351"/>
            <a:ext cx="6655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93AE5B8-4C57-760D-771A-2725C7DC31FD}"/>
              </a:ext>
            </a:extLst>
          </p:cNvPr>
          <p:cNvSpPr txBox="1"/>
          <p:nvPr/>
        </p:nvSpPr>
        <p:spPr>
          <a:xfrm>
            <a:off x="6006815" y="1067180"/>
            <a:ext cx="106631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white sheet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4DC34DA-A528-1BA4-96C5-051CBA8BCE44}"/>
              </a:ext>
            </a:extLst>
          </p:cNvPr>
          <p:cNvSpPr txBox="1"/>
          <p:nvPr/>
        </p:nvSpPr>
        <p:spPr>
          <a:xfrm>
            <a:off x="6991394" y="2319189"/>
            <a:ext cx="8258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y_target</a:t>
            </a:r>
            <a:endParaRPr lang="en-US" sz="105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32F6AA2-5675-87E8-4BEF-21CFE531B885}"/>
              </a:ext>
            </a:extLst>
          </p:cNvPr>
          <p:cNvSpPr txBox="1"/>
          <p:nvPr/>
        </p:nvSpPr>
        <p:spPr>
          <a:xfrm>
            <a:off x="5632158" y="2105829"/>
            <a:ext cx="7457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y_laser</a:t>
            </a:r>
            <a:endParaRPr lang="en-US" sz="105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789856AA-D5A7-3EA4-7650-7C7092F06C7A}"/>
              </a:ext>
            </a:extLst>
          </p:cNvPr>
          <p:cNvCxnSpPr>
            <a:cxnSpLocks/>
          </p:cNvCxnSpPr>
          <p:nvPr/>
        </p:nvCxnSpPr>
        <p:spPr>
          <a:xfrm flipV="1">
            <a:off x="3587742" y="2151104"/>
            <a:ext cx="0" cy="1370203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0BF55D94-9778-430A-8A71-DAB72BBB6B0D}"/>
              </a:ext>
            </a:extLst>
          </p:cNvPr>
          <p:cNvSpPr txBox="1"/>
          <p:nvPr/>
        </p:nvSpPr>
        <p:spPr>
          <a:xfrm>
            <a:off x="3364479" y="2024103"/>
            <a:ext cx="2648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5E94787-C5CB-313A-166D-AA4A0C3AC701}"/>
              </a:ext>
            </a:extLst>
          </p:cNvPr>
          <p:cNvSpPr txBox="1"/>
          <p:nvPr/>
        </p:nvSpPr>
        <p:spPr>
          <a:xfrm>
            <a:off x="6814414" y="3292286"/>
            <a:ext cx="26481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</p:txBody>
      </p: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F3EB5547-A527-6EC0-2BE6-023607DC103A}"/>
              </a:ext>
            </a:extLst>
          </p:cNvPr>
          <p:cNvCxnSpPr>
            <a:cxnSpLocks/>
          </p:cNvCxnSpPr>
          <p:nvPr/>
        </p:nvCxnSpPr>
        <p:spPr>
          <a:xfrm>
            <a:off x="3580292" y="3767097"/>
            <a:ext cx="2957603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C30B71E3-E20B-F7F9-8EF7-4996D72E2DDF}"/>
              </a:ext>
            </a:extLst>
          </p:cNvPr>
          <p:cNvSpPr txBox="1"/>
          <p:nvPr/>
        </p:nvSpPr>
        <p:spPr>
          <a:xfrm>
            <a:off x="4740723" y="3792076"/>
            <a:ext cx="9060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d = </a:t>
            </a:r>
            <a:r>
              <a:rPr lang="en-US" sz="1050">
                <a:latin typeface="Courier New" panose="02070309020205020404" pitchFamily="49" charset="0"/>
                <a:cs typeface="Courier New" panose="02070309020205020404" pitchFamily="49" charset="0"/>
              </a:rPr>
              <a:t>???</a:t>
            </a:r>
            <a:r>
              <a:rPr lang="en-US" sz="1050" noProof="0">
                <a:latin typeface="Courier New" panose="02070309020205020404" pitchFamily="49" charset="0"/>
                <a:cs typeface="Courier New" panose="02070309020205020404" pitchFamily="49" charset="0"/>
              </a:rPr>
              <a:t>cm</a:t>
            </a:r>
            <a:endParaRPr lang="en-US" sz="105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6F1B13CA-6916-6AC6-EAA5-C1732C063E29}"/>
              </a:ext>
            </a:extLst>
          </p:cNvPr>
          <p:cNvCxnSpPr>
            <a:cxnSpLocks/>
          </p:cNvCxnSpPr>
          <p:nvPr/>
        </p:nvCxnSpPr>
        <p:spPr>
          <a:xfrm flipH="1">
            <a:off x="6627686" y="2234881"/>
            <a:ext cx="145161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2E6FCEAE-D2A0-9B62-8F62-8885F5742BD1}"/>
              </a:ext>
            </a:extLst>
          </p:cNvPr>
          <p:cNvCxnSpPr>
            <a:cxnSpLocks/>
          </p:cNvCxnSpPr>
          <p:nvPr/>
        </p:nvCxnSpPr>
        <p:spPr>
          <a:xfrm flipH="1">
            <a:off x="7677341" y="2459355"/>
            <a:ext cx="40195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8072B29F-E7CD-28A9-7F3A-81351E67B708}"/>
              </a:ext>
            </a:extLst>
          </p:cNvPr>
          <p:cNvCxnSpPr>
            <a:cxnSpLocks/>
          </p:cNvCxnSpPr>
          <p:nvPr/>
        </p:nvCxnSpPr>
        <p:spPr>
          <a:xfrm>
            <a:off x="8157401" y="2207895"/>
            <a:ext cx="0" cy="2743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48" name="Bulle narrative : ronde 47">
            <a:extLst>
              <a:ext uri="{FF2B5EF4-FFF2-40B4-BE49-F238E27FC236}">
                <a16:creationId xmlns:a16="http://schemas.microsoft.com/office/drawing/2014/main" id="{9B468127-0086-F210-8330-C6BB7A3FB317}"/>
              </a:ext>
            </a:extLst>
          </p:cNvPr>
          <p:cNvSpPr/>
          <p:nvPr/>
        </p:nvSpPr>
        <p:spPr>
          <a:xfrm>
            <a:off x="8513564" y="2861100"/>
            <a:ext cx="1416051" cy="685102"/>
          </a:xfrm>
          <a:prstGeom prst="wedgeEllipseCallout">
            <a:avLst>
              <a:gd name="adj1" fmla="val -72808"/>
              <a:gd name="adj2" fmla="val -39500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3cm too high</a:t>
            </a:r>
            <a:endParaRPr lang="en-US" noProof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318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CCCC4-48C5-3FED-EA51-C8AE340EC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15D169AD-3019-DF86-A393-231113385BBB}"/>
              </a:ext>
            </a:extLst>
          </p:cNvPr>
          <p:cNvCxnSpPr>
            <a:cxnSpLocks/>
          </p:cNvCxnSpPr>
          <p:nvPr/>
        </p:nvCxnSpPr>
        <p:spPr>
          <a:xfrm flipH="1">
            <a:off x="5124496" y="3415810"/>
            <a:ext cx="458424" cy="955479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C9155800-07D6-92E2-26CF-9B6EAE6E4A5D}"/>
              </a:ext>
            </a:extLst>
          </p:cNvPr>
          <p:cNvCxnSpPr>
            <a:cxnSpLocks/>
          </p:cNvCxnSpPr>
          <p:nvPr/>
        </p:nvCxnSpPr>
        <p:spPr>
          <a:xfrm>
            <a:off x="6521198" y="3415810"/>
            <a:ext cx="593366" cy="955479"/>
          </a:xfrm>
          <a:prstGeom prst="line">
            <a:avLst/>
          </a:prstGeom>
          <a:ln w="762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Graphique 6" descr="Homme avec un remplissage uni">
            <a:extLst>
              <a:ext uri="{FF2B5EF4-FFF2-40B4-BE49-F238E27FC236}">
                <a16:creationId xmlns:a16="http://schemas.microsoft.com/office/drawing/2014/main" id="{53764259-DCF4-8B48-E950-90738FD09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4526" y="1418192"/>
            <a:ext cx="2025610" cy="2025610"/>
          </a:xfrm>
          <a:prstGeom prst="rect">
            <a:avLst/>
          </a:prstGeom>
        </p:spPr>
      </p:pic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FA2BEE6E-8942-12C9-12A8-8386F5969BC0}"/>
              </a:ext>
            </a:extLst>
          </p:cNvPr>
          <p:cNvCxnSpPr>
            <a:cxnSpLocks/>
          </p:cNvCxnSpPr>
          <p:nvPr/>
        </p:nvCxnSpPr>
        <p:spPr>
          <a:xfrm flipV="1">
            <a:off x="3895344" y="1567181"/>
            <a:ext cx="2360531" cy="401827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26A2538-BC52-721B-3538-36ABD2202D3E}"/>
              </a:ext>
            </a:extLst>
          </p:cNvPr>
          <p:cNvSpPr/>
          <p:nvPr/>
        </p:nvSpPr>
        <p:spPr>
          <a:xfrm>
            <a:off x="4175759" y="1208314"/>
            <a:ext cx="3738667" cy="2220686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Graphique 7" descr="Homme avec un remplissage uni">
            <a:extLst>
              <a:ext uri="{FF2B5EF4-FFF2-40B4-BE49-F238E27FC236}">
                <a16:creationId xmlns:a16="http://schemas.microsoft.com/office/drawing/2014/main" id="{273CE7EE-108B-C1DE-59B7-2B459D947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7434" y="2641600"/>
            <a:ext cx="2733767" cy="2733767"/>
          </a:xfrm>
          <a:prstGeom prst="rect">
            <a:avLst/>
          </a:prstGeom>
        </p:spPr>
      </p:pic>
      <p:grpSp>
        <p:nvGrpSpPr>
          <p:cNvPr id="17" name="Groupe 16">
            <a:extLst>
              <a:ext uri="{FF2B5EF4-FFF2-40B4-BE49-F238E27FC236}">
                <a16:creationId xmlns:a16="http://schemas.microsoft.com/office/drawing/2014/main" id="{41FD68D1-1375-0F12-3B95-BED3418B44BB}"/>
              </a:ext>
            </a:extLst>
          </p:cNvPr>
          <p:cNvGrpSpPr/>
          <p:nvPr/>
        </p:nvGrpSpPr>
        <p:grpSpPr>
          <a:xfrm>
            <a:off x="6255875" y="1418192"/>
            <a:ext cx="1305414" cy="1305414"/>
            <a:chOff x="3709851" y="4134394"/>
            <a:chExt cx="1305414" cy="1305414"/>
          </a:xfrm>
        </p:grpSpPr>
        <p:sp>
          <p:nvSpPr>
            <p:cNvPr id="3" name="Ellipse 2">
              <a:extLst>
                <a:ext uri="{FF2B5EF4-FFF2-40B4-BE49-F238E27FC236}">
                  <a16:creationId xmlns:a16="http://schemas.microsoft.com/office/drawing/2014/main" id="{A4D05CCA-64F4-AE10-B20D-A4ABA1108239}"/>
                </a:ext>
              </a:extLst>
            </p:cNvPr>
            <p:cNvSpPr/>
            <p:nvPr/>
          </p:nvSpPr>
          <p:spPr>
            <a:xfrm>
              <a:off x="3709851" y="4134394"/>
              <a:ext cx="1305414" cy="1305414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Ellipse 3">
              <a:extLst>
                <a:ext uri="{FF2B5EF4-FFF2-40B4-BE49-F238E27FC236}">
                  <a16:creationId xmlns:a16="http://schemas.microsoft.com/office/drawing/2014/main" id="{B6C2245B-309D-7198-C9A7-4561BA438570}"/>
                </a:ext>
              </a:extLst>
            </p:cNvPr>
            <p:cNvSpPr/>
            <p:nvPr/>
          </p:nvSpPr>
          <p:spPr>
            <a:xfrm>
              <a:off x="3800419" y="4224962"/>
              <a:ext cx="1124278" cy="11242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7B9190FB-7DED-E341-F213-EC88EDC18692}"/>
                </a:ext>
              </a:extLst>
            </p:cNvPr>
            <p:cNvSpPr/>
            <p:nvPr/>
          </p:nvSpPr>
          <p:spPr>
            <a:xfrm>
              <a:off x="3858840" y="4283383"/>
              <a:ext cx="1007438" cy="100743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D7CAC77C-27D1-1FAC-8E96-9F681B0AB61B}"/>
                </a:ext>
              </a:extLst>
            </p:cNvPr>
            <p:cNvSpPr/>
            <p:nvPr/>
          </p:nvSpPr>
          <p:spPr>
            <a:xfrm>
              <a:off x="3929959" y="4354502"/>
              <a:ext cx="865198" cy="8651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CC5C2BA2-C030-ED53-4A7F-5B58B475746C}"/>
                </a:ext>
              </a:extLst>
            </p:cNvPr>
            <p:cNvSpPr/>
            <p:nvPr/>
          </p:nvSpPr>
          <p:spPr>
            <a:xfrm>
              <a:off x="4011240" y="4435783"/>
              <a:ext cx="702638" cy="702638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F7AC9915-B38C-1B32-E582-99DA8FA5C834}"/>
                </a:ext>
              </a:extLst>
            </p:cNvPr>
            <p:cNvSpPr/>
            <p:nvPr/>
          </p:nvSpPr>
          <p:spPr>
            <a:xfrm>
              <a:off x="4097236" y="4516336"/>
              <a:ext cx="530644" cy="5306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562D5AE8-5F2F-230A-6B92-24AF16DBAFAD}"/>
                </a:ext>
              </a:extLst>
            </p:cNvPr>
            <p:cNvSpPr/>
            <p:nvPr/>
          </p:nvSpPr>
          <p:spPr>
            <a:xfrm flipH="1" flipV="1">
              <a:off x="4175976" y="4595076"/>
              <a:ext cx="373164" cy="373164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3" name="Ellipse 22">
            <a:extLst>
              <a:ext uri="{FF2B5EF4-FFF2-40B4-BE49-F238E27FC236}">
                <a16:creationId xmlns:a16="http://schemas.microsoft.com/office/drawing/2014/main" id="{C8E2C03B-1388-9714-7D76-DD2523C80BD3}"/>
              </a:ext>
            </a:extLst>
          </p:cNvPr>
          <p:cNvSpPr/>
          <p:nvPr/>
        </p:nvSpPr>
        <p:spPr>
          <a:xfrm>
            <a:off x="6219764" y="1530605"/>
            <a:ext cx="72222" cy="73152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9F3884A-3E00-892C-2E50-00C4494E6524}"/>
              </a:ext>
            </a:extLst>
          </p:cNvPr>
          <p:cNvSpPr txBox="1"/>
          <p:nvPr/>
        </p:nvSpPr>
        <p:spPr>
          <a:xfrm>
            <a:off x="9287028" y="1672590"/>
            <a:ext cx="7457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error_y</a:t>
            </a:r>
            <a:endParaRPr lang="en-US" sz="105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38D660C-905C-B36A-261A-144F3E4CA6FB}"/>
              </a:ext>
            </a:extLst>
          </p:cNvPr>
          <p:cNvCxnSpPr>
            <a:cxnSpLocks/>
          </p:cNvCxnSpPr>
          <p:nvPr/>
        </p:nvCxnSpPr>
        <p:spPr>
          <a:xfrm>
            <a:off x="6972300" y="2070953"/>
            <a:ext cx="1097280" cy="0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AD33A93E-3974-4BA7-DDF8-5DCAF2AA3CDC}"/>
              </a:ext>
            </a:extLst>
          </p:cNvPr>
          <p:cNvSpPr txBox="1"/>
          <p:nvPr/>
        </p:nvSpPr>
        <p:spPr>
          <a:xfrm>
            <a:off x="7999740" y="1946027"/>
            <a:ext cx="8258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y_target</a:t>
            </a:r>
            <a:endParaRPr lang="en-US" sz="105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147250B3-4D56-9431-F4B9-38C06D810C13}"/>
              </a:ext>
            </a:extLst>
          </p:cNvPr>
          <p:cNvSpPr txBox="1"/>
          <p:nvPr/>
        </p:nvSpPr>
        <p:spPr>
          <a:xfrm>
            <a:off x="8158002" y="1418674"/>
            <a:ext cx="7457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y_laser</a:t>
            </a:r>
            <a:endParaRPr lang="en-US" sz="105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18C95C7A-147B-A1C4-C6BA-53E2A72978F3}"/>
              </a:ext>
            </a:extLst>
          </p:cNvPr>
          <p:cNvCxnSpPr>
            <a:cxnSpLocks/>
          </p:cNvCxnSpPr>
          <p:nvPr/>
        </p:nvCxnSpPr>
        <p:spPr>
          <a:xfrm flipH="1">
            <a:off x="8752593" y="2072985"/>
            <a:ext cx="40195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DCE12948-DD14-A80B-BBF5-4A4C3F683A6E}"/>
              </a:ext>
            </a:extLst>
          </p:cNvPr>
          <p:cNvCxnSpPr>
            <a:cxnSpLocks/>
          </p:cNvCxnSpPr>
          <p:nvPr/>
        </p:nvCxnSpPr>
        <p:spPr>
          <a:xfrm>
            <a:off x="9250359" y="1603757"/>
            <a:ext cx="0" cy="4616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96B2356F-5EF0-27B5-51C6-97D3794EDA4D}"/>
              </a:ext>
            </a:extLst>
          </p:cNvPr>
          <p:cNvCxnSpPr>
            <a:cxnSpLocks/>
          </p:cNvCxnSpPr>
          <p:nvPr/>
        </p:nvCxnSpPr>
        <p:spPr>
          <a:xfrm>
            <a:off x="6346443" y="1545173"/>
            <a:ext cx="1875537" cy="0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13D97FEF-B660-F3C8-504B-CAEB9AF77D71}"/>
              </a:ext>
            </a:extLst>
          </p:cNvPr>
          <p:cNvCxnSpPr>
            <a:cxnSpLocks/>
          </p:cNvCxnSpPr>
          <p:nvPr/>
        </p:nvCxnSpPr>
        <p:spPr>
          <a:xfrm flipH="1">
            <a:off x="8845707" y="1547205"/>
            <a:ext cx="40195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77B1E948-FD1E-26A8-4374-E6F78CA8A9C1}"/>
              </a:ext>
            </a:extLst>
          </p:cNvPr>
          <p:cNvCxnSpPr>
            <a:cxnSpLocks/>
          </p:cNvCxnSpPr>
          <p:nvPr/>
        </p:nvCxnSpPr>
        <p:spPr>
          <a:xfrm flipV="1">
            <a:off x="6249250" y="746760"/>
            <a:ext cx="6625" cy="693649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D1B42FA7-327E-94EA-DF5E-4F5B25F32CBE}"/>
              </a:ext>
            </a:extLst>
          </p:cNvPr>
          <p:cNvCxnSpPr>
            <a:cxnSpLocks/>
          </p:cNvCxnSpPr>
          <p:nvPr/>
        </p:nvCxnSpPr>
        <p:spPr>
          <a:xfrm flipV="1">
            <a:off x="6909333" y="796290"/>
            <a:ext cx="0" cy="1224832"/>
          </a:xfrm>
          <a:prstGeom prst="line">
            <a:avLst/>
          </a:prstGeom>
          <a:ln>
            <a:solidFill>
              <a:schemeClr val="tx1"/>
            </a:solidFill>
            <a:prstDash val="dash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AB053E2F-C3F5-7D96-CB6C-6512F88C116D}"/>
              </a:ext>
            </a:extLst>
          </p:cNvPr>
          <p:cNvCxnSpPr>
            <a:cxnSpLocks/>
          </p:cNvCxnSpPr>
          <p:nvPr/>
        </p:nvCxnSpPr>
        <p:spPr>
          <a:xfrm>
            <a:off x="6291986" y="857686"/>
            <a:ext cx="57066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9" name="ZoneTexte 58">
            <a:extLst>
              <a:ext uri="{FF2B5EF4-FFF2-40B4-BE49-F238E27FC236}">
                <a16:creationId xmlns:a16="http://schemas.microsoft.com/office/drawing/2014/main" id="{75968AC9-05A8-88DB-BEE8-F2B58249BDD7}"/>
              </a:ext>
            </a:extLst>
          </p:cNvPr>
          <p:cNvSpPr txBox="1"/>
          <p:nvPr/>
        </p:nvSpPr>
        <p:spPr>
          <a:xfrm>
            <a:off x="6204458" y="886296"/>
            <a:ext cx="7457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error_x</a:t>
            </a:r>
            <a:endParaRPr lang="en-US" sz="105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809CF0F6-953E-6ED2-D814-465A204709C7}"/>
              </a:ext>
            </a:extLst>
          </p:cNvPr>
          <p:cNvSpPr txBox="1"/>
          <p:nvPr/>
        </p:nvSpPr>
        <p:spPr>
          <a:xfrm>
            <a:off x="5610090" y="502920"/>
            <a:ext cx="74571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x_laser</a:t>
            </a:r>
            <a:endParaRPr lang="en-US" sz="105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661A0F2F-49CF-1469-ED63-17AC0CC1D615}"/>
              </a:ext>
            </a:extLst>
          </p:cNvPr>
          <p:cNvSpPr txBox="1"/>
          <p:nvPr/>
        </p:nvSpPr>
        <p:spPr>
          <a:xfrm>
            <a:off x="6843792" y="562299"/>
            <a:ext cx="8258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x_target</a:t>
            </a:r>
            <a:endParaRPr lang="en-US" sz="1050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" name="Bulle narrative : ronde 47">
            <a:extLst>
              <a:ext uri="{FF2B5EF4-FFF2-40B4-BE49-F238E27FC236}">
                <a16:creationId xmlns:a16="http://schemas.microsoft.com/office/drawing/2014/main" id="{4F5CF223-3E87-6691-F446-351BA6F8E77B}"/>
              </a:ext>
            </a:extLst>
          </p:cNvPr>
          <p:cNvSpPr/>
          <p:nvPr/>
        </p:nvSpPr>
        <p:spPr>
          <a:xfrm>
            <a:off x="8069580" y="2964349"/>
            <a:ext cx="2100676" cy="815247"/>
          </a:xfrm>
          <a:prstGeom prst="wedgeEllipseCallout">
            <a:avLst>
              <a:gd name="adj1" fmla="val -72808"/>
              <a:gd name="adj2" fmla="val -39500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noProof="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cm too high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cm on the left</a:t>
            </a:r>
            <a:endParaRPr lang="en-US" sz="1050" noProof="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99222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1585</TotalTime>
  <Words>48</Words>
  <Application>Microsoft Office PowerPoint</Application>
  <PresentationFormat>Grand écran</PresentationFormat>
  <Paragraphs>17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Philippe Baucour</dc:creator>
  <cp:lastModifiedBy>Philippe Baucour</cp:lastModifiedBy>
  <cp:revision>1</cp:revision>
  <dcterms:created xsi:type="dcterms:W3CDTF">2025-11-20T16:49:54Z</dcterms:created>
  <dcterms:modified xsi:type="dcterms:W3CDTF">2025-11-23T12:07:33Z</dcterms:modified>
</cp:coreProperties>
</file>